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50"/>
  </p:notesMasterIdLst>
  <p:sldIdLst>
    <p:sldId id="256" r:id="rId2"/>
    <p:sldId id="258" r:id="rId3"/>
    <p:sldId id="261" r:id="rId4"/>
    <p:sldId id="314" r:id="rId5"/>
    <p:sldId id="316" r:id="rId6"/>
    <p:sldId id="317" r:id="rId7"/>
    <p:sldId id="318" r:id="rId8"/>
    <p:sldId id="319" r:id="rId9"/>
    <p:sldId id="321" r:id="rId10"/>
    <p:sldId id="320" r:id="rId11"/>
    <p:sldId id="322" r:id="rId12"/>
    <p:sldId id="323" r:id="rId13"/>
    <p:sldId id="315" r:id="rId14"/>
    <p:sldId id="324" r:id="rId15"/>
    <p:sldId id="328" r:id="rId16"/>
    <p:sldId id="325" r:id="rId17"/>
    <p:sldId id="326" r:id="rId18"/>
    <p:sldId id="327" r:id="rId19"/>
    <p:sldId id="329" r:id="rId20"/>
    <p:sldId id="330" r:id="rId21"/>
    <p:sldId id="331" r:id="rId22"/>
    <p:sldId id="332" r:id="rId23"/>
    <p:sldId id="333" r:id="rId24"/>
    <p:sldId id="334" r:id="rId25"/>
    <p:sldId id="335" r:id="rId26"/>
    <p:sldId id="336" r:id="rId27"/>
    <p:sldId id="337" r:id="rId28"/>
    <p:sldId id="338" r:id="rId29"/>
    <p:sldId id="339" r:id="rId30"/>
    <p:sldId id="340" r:id="rId31"/>
    <p:sldId id="341" r:id="rId32"/>
    <p:sldId id="342" r:id="rId33"/>
    <p:sldId id="343" r:id="rId34"/>
    <p:sldId id="365" r:id="rId35"/>
    <p:sldId id="358" r:id="rId36"/>
    <p:sldId id="359" r:id="rId37"/>
    <p:sldId id="347" r:id="rId38"/>
    <p:sldId id="364" r:id="rId39"/>
    <p:sldId id="360" r:id="rId40"/>
    <p:sldId id="361" r:id="rId41"/>
    <p:sldId id="352" r:id="rId42"/>
    <p:sldId id="353" r:id="rId43"/>
    <p:sldId id="354" r:id="rId44"/>
    <p:sldId id="355" r:id="rId45"/>
    <p:sldId id="356" r:id="rId46"/>
    <p:sldId id="357" r:id="rId47"/>
    <p:sldId id="264" r:id="rId48"/>
    <p:sldId id="271" r:id="rId49"/>
  </p:sldIdLst>
  <p:sldSz cx="9144000" cy="5143500" type="screen16x9"/>
  <p:notesSz cx="6858000" cy="9144000"/>
  <p:embeddedFontLst>
    <p:embeddedFont>
      <p:font typeface="Bahnschrift" panose="020B0502040204020203" pitchFamily="34" charset="0"/>
      <p:regular r:id="rId51"/>
      <p:bold r:id="rId52"/>
    </p:embeddedFont>
    <p:embeddedFont>
      <p:font typeface="Cambria Math" panose="02040503050406030204" pitchFamily="18" charset="0"/>
      <p:regular r:id="rId53"/>
    </p:embeddedFont>
    <p:embeddedFont>
      <p:font typeface="Jost" panose="020B0604020202020204" charset="0"/>
      <p:regular r:id="rId54"/>
      <p:bold r:id="rId55"/>
      <p:italic r:id="rId56"/>
      <p:boldItalic r:id="rId57"/>
    </p:embeddedFont>
    <p:embeddedFont>
      <p:font typeface="Montserrat" panose="00000500000000000000" pitchFamily="2" charset="0"/>
      <p:regular r:id="rId58"/>
      <p:bold r:id="rId59"/>
      <p:italic r:id="rId60"/>
      <p:boldItalic r:id="rId61"/>
    </p:embeddedFont>
    <p:embeddedFont>
      <p:font typeface="Montserrat Bold" panose="00000800000000000000" charset="0"/>
      <p:regular r:id="rId62"/>
    </p:embeddedFont>
    <p:embeddedFont>
      <p:font typeface="Montserrat Medium" panose="00000600000000000000" pitchFamily="2" charset="0"/>
      <p:regular r:id="rId63"/>
      <p:bold r:id="rId64"/>
      <p:italic r:id="rId65"/>
      <p:boldItalic r:id="rId6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A87C0"/>
    <a:srgbClr val="80F141"/>
    <a:srgbClr val="00D200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C00F51-45D2-421A-A7FA-149D3B7C5888}" v="883" dt="2026-10-07T02:32:32.435"/>
  </p1510:revLst>
</p1510:revInfo>
</file>

<file path=ppt/tableStyles.xml><?xml version="1.0" encoding="utf-8"?>
<a:tblStyleLst xmlns:a="http://schemas.openxmlformats.org/drawingml/2006/main" def="{7AEFDC93-782D-4E4C-A218-EDA5358B997B}">
  <a:tblStyle styleId="{7AEFDC93-782D-4E4C-A218-EDA5358B997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89" autoAdjust="0"/>
    <p:restoredTop sz="94401" autoAdjust="0"/>
  </p:normalViewPr>
  <p:slideViewPr>
    <p:cSldViewPr snapToGrid="0">
      <p:cViewPr varScale="1">
        <p:scale>
          <a:sx n="101" d="100"/>
          <a:sy n="101" d="100"/>
        </p:scale>
        <p:origin x="305" y="68"/>
      </p:cViewPr>
      <p:guideLst>
        <p:guide orient="horz" pos="1620"/>
        <p:guide pos="2880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font" Target="fonts/font5.fntdata"/><Relationship Id="rId63" Type="http://schemas.openxmlformats.org/officeDocument/2006/relationships/font" Target="fonts/font13.fntdata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3.fntdata"/><Relationship Id="rId58" Type="http://schemas.openxmlformats.org/officeDocument/2006/relationships/font" Target="fonts/font8.fntdata"/><Relationship Id="rId66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7.fntdata"/><Relationship Id="rId61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2.fntdata"/><Relationship Id="rId60" Type="http://schemas.openxmlformats.org/officeDocument/2006/relationships/font" Target="fonts/font10.fntdata"/><Relationship Id="rId65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6.fntdata"/><Relationship Id="rId64" Type="http://schemas.openxmlformats.org/officeDocument/2006/relationships/font" Target="fonts/font14.fntdata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1.fntdata"/><Relationship Id="rId72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9.fntdata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4.fntdata"/><Relationship Id="rId62" Type="http://schemas.openxmlformats.org/officeDocument/2006/relationships/font" Target="fonts/font12.fntdata"/><Relationship Id="rId7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an Thanh Duy" userId="7fe205da-551d-4fae-b045-58d66fb40073" providerId="ADAL" clId="{A441D81C-AEF8-464D-902E-B6449B34371D}"/>
    <pc:docChg chg="undo redo custSel addSld delSld modSld sldOrd delMainMaster">
      <pc:chgData name="Phan Thanh Duy" userId="7fe205da-551d-4fae-b045-58d66fb40073" providerId="ADAL" clId="{A441D81C-AEF8-464D-902E-B6449B34371D}" dt="2026-10-07T02:34:47.459" v="4307" actId="20577"/>
      <pc:docMkLst>
        <pc:docMk/>
      </pc:docMkLst>
      <pc:sldChg chg="modSp mod">
        <pc:chgData name="Phan Thanh Duy" userId="7fe205da-551d-4fae-b045-58d66fb40073" providerId="ADAL" clId="{A441D81C-AEF8-464D-902E-B6449B34371D}" dt="2026-10-06T05:56:23.967" v="1476" actId="962"/>
        <pc:sldMkLst>
          <pc:docMk/>
          <pc:sldMk cId="0" sldId="256"/>
        </pc:sldMkLst>
        <pc:spChg chg="mod">
          <ac:chgData name="Phan Thanh Duy" userId="7fe205da-551d-4fae-b045-58d66fb40073" providerId="ADAL" clId="{A441D81C-AEF8-464D-902E-B6449B34371D}" dt="2026-10-05T12:29:20.629" v="365" actId="20577"/>
          <ac:spMkLst>
            <pc:docMk/>
            <pc:sldMk cId="0" sldId="256"/>
            <ac:spMk id="3" creationId="{3F496BDD-1524-F04C-C6CE-C173D16EDAD0}"/>
          </ac:spMkLst>
        </pc:spChg>
        <pc:spChg chg="mod">
          <ac:chgData name="Phan Thanh Duy" userId="7fe205da-551d-4fae-b045-58d66fb40073" providerId="ADAL" clId="{A441D81C-AEF8-464D-902E-B6449B34371D}" dt="2026-10-06T05:56:23.967" v="1476" actId="962"/>
          <ac:spMkLst>
            <pc:docMk/>
            <pc:sldMk cId="0" sldId="256"/>
            <ac:spMk id="923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5T12:28:17.722" v="359" actId="20577"/>
          <ac:spMkLst>
            <pc:docMk/>
            <pc:sldMk cId="0" sldId="256"/>
            <ac:spMk id="924" creationId="{00000000-0000-0000-0000-000000000000}"/>
          </ac:spMkLst>
        </pc:spChg>
        <pc:grpChg chg="mod">
          <ac:chgData name="Phan Thanh Duy" userId="7fe205da-551d-4fae-b045-58d66fb40073" providerId="ADAL" clId="{A441D81C-AEF8-464D-902E-B6449B34371D}" dt="2026-10-06T05:56:16.367" v="1475" actId="962"/>
          <ac:grpSpMkLst>
            <pc:docMk/>
            <pc:sldMk cId="0" sldId="256"/>
            <ac:grpSpMk id="960" creationId="{00000000-0000-0000-0000-000000000000}"/>
          </ac:grpSpMkLst>
        </pc:grpChg>
      </pc:sldChg>
      <pc:sldChg chg="delSp modSp mod modTransition addAnim delAnim modAnim">
        <pc:chgData name="Phan Thanh Duy" userId="7fe205da-551d-4fae-b045-58d66fb40073" providerId="ADAL" clId="{A441D81C-AEF8-464D-902E-B6449B34371D}" dt="2026-10-06T16:13:44.388" v="4231" actId="962"/>
        <pc:sldMkLst>
          <pc:docMk/>
          <pc:sldMk cId="0" sldId="258"/>
        </pc:sldMkLst>
        <pc:spChg chg="mod">
          <ac:chgData name="Phan Thanh Duy" userId="7fe205da-551d-4fae-b045-58d66fb40073" providerId="ADAL" clId="{A441D81C-AEF8-464D-902E-B6449B34371D}" dt="2026-10-06T05:56:28.408" v="1477" actId="962"/>
          <ac:spMkLst>
            <pc:docMk/>
            <pc:sldMk cId="0" sldId="258"/>
            <ac:spMk id="984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6T16:13:44.388" v="4231" actId="962"/>
          <ac:spMkLst>
            <pc:docMk/>
            <pc:sldMk cId="0" sldId="258"/>
            <ac:spMk id="985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6T05:49:51.692" v="1439" actId="962"/>
          <ac:spMkLst>
            <pc:docMk/>
            <pc:sldMk cId="0" sldId="258"/>
            <ac:spMk id="986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5T12:32:23.653" v="502" actId="1076"/>
          <ac:spMkLst>
            <pc:docMk/>
            <pc:sldMk cId="0" sldId="258"/>
            <ac:spMk id="1011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5T12:32:32.452" v="503" actId="1076"/>
          <ac:spMkLst>
            <pc:docMk/>
            <pc:sldMk cId="0" sldId="258"/>
            <ac:spMk id="1043" creationId="{0B415B78-EAAC-C929-1148-A0476AD3DC05}"/>
          </ac:spMkLst>
        </pc:spChg>
        <pc:spChg chg="mod">
          <ac:chgData name="Phan Thanh Duy" userId="7fe205da-551d-4fae-b045-58d66fb40073" providerId="ADAL" clId="{A441D81C-AEF8-464D-902E-B6449B34371D}" dt="2026-10-05T12:32:32.452" v="503" actId="1076"/>
          <ac:spMkLst>
            <pc:docMk/>
            <pc:sldMk cId="0" sldId="258"/>
            <ac:spMk id="1044" creationId="{274496B1-4277-8C10-E45A-7F3A3835AA3A}"/>
          </ac:spMkLst>
        </pc:spChg>
        <pc:spChg chg="mod">
          <ac:chgData name="Phan Thanh Duy" userId="7fe205da-551d-4fae-b045-58d66fb40073" providerId="ADAL" clId="{A441D81C-AEF8-464D-902E-B6449B34371D}" dt="2026-10-05T12:32:32.452" v="503" actId="1076"/>
          <ac:spMkLst>
            <pc:docMk/>
            <pc:sldMk cId="0" sldId="258"/>
            <ac:spMk id="1045" creationId="{DF6971A0-A1E9-0F55-917D-337AD4A7F7DF}"/>
          </ac:spMkLst>
        </pc:spChg>
        <pc:spChg chg="mod">
          <ac:chgData name="Phan Thanh Duy" userId="7fe205da-551d-4fae-b045-58d66fb40073" providerId="ADAL" clId="{A441D81C-AEF8-464D-902E-B6449B34371D}" dt="2026-10-05T12:32:23.653" v="502" actId="1076"/>
          <ac:spMkLst>
            <pc:docMk/>
            <pc:sldMk cId="0" sldId="258"/>
            <ac:spMk id="1046" creationId="{094EDEBF-1B32-6DA5-7A5C-3FF31FD78297}"/>
          </ac:spMkLst>
        </pc:spChg>
        <pc:spChg chg="mod">
          <ac:chgData name="Phan Thanh Duy" userId="7fe205da-551d-4fae-b045-58d66fb40073" providerId="ADAL" clId="{A441D81C-AEF8-464D-902E-B6449B34371D}" dt="2026-10-05T12:32:10.416" v="500" actId="1076"/>
          <ac:spMkLst>
            <pc:docMk/>
            <pc:sldMk cId="0" sldId="258"/>
            <ac:spMk id="1049" creationId="{4F9E34A8-C194-FA37-3FFE-EC13AE16E3DD}"/>
          </ac:spMkLst>
        </pc:spChg>
        <pc:spChg chg="mod">
          <ac:chgData name="Phan Thanh Duy" userId="7fe205da-551d-4fae-b045-58d66fb40073" providerId="ADAL" clId="{A441D81C-AEF8-464D-902E-B6449B34371D}" dt="2026-10-05T12:32:23.653" v="502" actId="1076"/>
          <ac:spMkLst>
            <pc:docMk/>
            <pc:sldMk cId="0" sldId="258"/>
            <ac:spMk id="1050" creationId="{27D34426-108B-5332-08FB-A5351AE5D73E}"/>
          </ac:spMkLst>
        </pc:spChg>
        <pc:spChg chg="mod">
          <ac:chgData name="Phan Thanh Duy" userId="7fe205da-551d-4fae-b045-58d66fb40073" providerId="ADAL" clId="{A441D81C-AEF8-464D-902E-B6449B34371D}" dt="2026-10-05T12:32:23.653" v="502" actId="1076"/>
          <ac:spMkLst>
            <pc:docMk/>
            <pc:sldMk cId="0" sldId="258"/>
            <ac:spMk id="1051" creationId="{8CD73502-F18E-DC4F-88B9-90FA9D0045D5}"/>
          </ac:spMkLst>
        </pc:spChg>
        <pc:spChg chg="mod">
          <ac:chgData name="Phan Thanh Duy" userId="7fe205da-551d-4fae-b045-58d66fb40073" providerId="ADAL" clId="{A441D81C-AEF8-464D-902E-B6449B34371D}" dt="2026-10-05T12:32:23.653" v="502" actId="1076"/>
          <ac:spMkLst>
            <pc:docMk/>
            <pc:sldMk cId="0" sldId="258"/>
            <ac:spMk id="1052" creationId="{A8773934-9794-FF72-90DE-C76D6351978B}"/>
          </ac:spMkLst>
        </pc:spChg>
        <pc:grpChg chg="mod">
          <ac:chgData name="Phan Thanh Duy" userId="7fe205da-551d-4fae-b045-58d66fb40073" providerId="ADAL" clId="{A441D81C-AEF8-464D-902E-B6449B34371D}" dt="2026-10-06T05:56:11.153" v="1474" actId="962"/>
          <ac:grpSpMkLst>
            <pc:docMk/>
            <pc:sldMk cId="0" sldId="258"/>
            <ac:grpSpMk id="1017" creationId="{00000000-0000-0000-0000-000000000000}"/>
          </ac:grpSpMkLst>
        </pc:grpChg>
        <pc:grpChg chg="mod">
          <ac:chgData name="Phan Thanh Duy" userId="7fe205da-551d-4fae-b045-58d66fb40073" providerId="ADAL" clId="{A441D81C-AEF8-464D-902E-B6449B34371D}" dt="2026-10-06T05:50:44.702" v="1445" actId="962"/>
          <ac:grpSpMkLst>
            <pc:docMk/>
            <pc:sldMk cId="0" sldId="258"/>
            <ac:grpSpMk id="1023" creationId="{00000000-0000-0000-0000-000000000000}"/>
          </ac:grpSpMkLst>
        </pc:grpChg>
        <pc:cxnChg chg="mod">
          <ac:chgData name="Phan Thanh Duy" userId="7fe205da-551d-4fae-b045-58d66fb40073" providerId="ADAL" clId="{A441D81C-AEF8-464D-902E-B6449B34371D}" dt="2026-10-05T12:31:44.152" v="495" actId="14100"/>
          <ac:cxnSpMkLst>
            <pc:docMk/>
            <pc:sldMk cId="0" sldId="258"/>
            <ac:cxnSpMk id="1024" creationId="{00000000-0000-0000-0000-000000000000}"/>
          </ac:cxnSpMkLst>
        </pc:cxnChg>
      </pc:sldChg>
      <pc:sldChg chg="modSp del mod">
        <pc:chgData name="Phan Thanh Duy" userId="7fe205da-551d-4fae-b045-58d66fb40073" providerId="ADAL" clId="{A441D81C-AEF8-464D-902E-B6449B34371D}" dt="2026-10-06T16:19:12.970" v="4246" actId="47"/>
        <pc:sldMkLst>
          <pc:docMk/>
          <pc:sldMk cId="0" sldId="259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0"/>
        </pc:sldMkLst>
      </pc:sldChg>
      <pc:sldChg chg="addSp modSp mod modTransition">
        <pc:chgData name="Phan Thanh Duy" userId="7fe205da-551d-4fae-b045-58d66fb40073" providerId="ADAL" clId="{A441D81C-AEF8-464D-902E-B6449B34371D}" dt="2026-10-06T16:13:57.794" v="4232" actId="962"/>
        <pc:sldMkLst>
          <pc:docMk/>
          <pc:sldMk cId="0" sldId="261"/>
        </pc:sldMkLst>
        <pc:spChg chg="add mod">
          <ac:chgData name="Phan Thanh Duy" userId="7fe205da-551d-4fae-b045-58d66fb40073" providerId="ADAL" clId="{A441D81C-AEF8-464D-902E-B6449B34371D}" dt="2026-10-05T13:16:30.860" v="944" actId="1076"/>
          <ac:spMkLst>
            <pc:docMk/>
            <pc:sldMk cId="0" sldId="261"/>
            <ac:spMk id="2" creationId="{1C145CFC-A352-4897-61C0-3C71D82F494E}"/>
          </ac:spMkLst>
        </pc:spChg>
        <pc:spChg chg="mod">
          <ac:chgData name="Phan Thanh Duy" userId="7fe205da-551d-4fae-b045-58d66fb40073" providerId="ADAL" clId="{A441D81C-AEF8-464D-902E-B6449B34371D}" dt="2026-10-06T16:13:57.794" v="4232" actId="962"/>
          <ac:spMkLst>
            <pc:docMk/>
            <pc:sldMk cId="0" sldId="261"/>
            <ac:spMk id="1112" creationId="{00000000-0000-0000-0000-000000000000}"/>
          </ac:spMkLst>
        </pc:spChg>
        <pc:spChg chg="mod">
          <ac:chgData name="Phan Thanh Duy" userId="7fe205da-551d-4fae-b045-58d66fb40073" providerId="ADAL" clId="{A441D81C-AEF8-464D-902E-B6449B34371D}" dt="2026-10-06T05:50:42.406" v="1444" actId="962"/>
          <ac:spMkLst>
            <pc:docMk/>
            <pc:sldMk cId="0" sldId="261"/>
            <ac:spMk id="1113" creationId="{00000000-0000-0000-0000-000000000000}"/>
          </ac:spMkLst>
        </pc:spChg>
        <pc:grpChg chg="mod">
          <ac:chgData name="Phan Thanh Duy" userId="7fe205da-551d-4fae-b045-58d66fb40073" providerId="ADAL" clId="{A441D81C-AEF8-464D-902E-B6449B34371D}" dt="2026-10-06T05:51:01.053" v="1446" actId="962"/>
          <ac:grpSpMkLst>
            <pc:docMk/>
            <pc:sldMk cId="0" sldId="261"/>
            <ac:grpSpMk id="1115" creationId="{00000000-0000-0000-0000-000000000000}"/>
          </ac:grpSpMkLst>
        </pc:grpChg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2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3"/>
        </pc:sldMkLst>
      </pc:sldChg>
      <pc:sldChg chg="ord">
        <pc:chgData name="Phan Thanh Duy" userId="7fe205da-551d-4fae-b045-58d66fb40073" providerId="ADAL" clId="{A441D81C-AEF8-464D-902E-B6449B34371D}" dt="2026-10-06T16:12:49.719" v="4228"/>
        <pc:sldMkLst>
          <pc:docMk/>
          <pc:sldMk cId="0" sldId="264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5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6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0" sldId="267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8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69"/>
        </pc:sldMkLst>
      </pc:sldChg>
      <pc:sldChg chg="del">
        <pc:chgData name="Phan Thanh Duy" userId="7fe205da-551d-4fae-b045-58d66fb40073" providerId="ADAL" clId="{A441D81C-AEF8-464D-902E-B6449B34371D}" dt="2026-10-06T16:18:39.615" v="4243" actId="47"/>
        <pc:sldMkLst>
          <pc:docMk/>
          <pc:sldMk cId="0" sldId="270"/>
        </pc:sldMkLst>
      </pc:sldChg>
      <pc:sldChg chg="del">
        <pc:chgData name="Phan Thanh Duy" userId="7fe205da-551d-4fae-b045-58d66fb40073" providerId="ADAL" clId="{A441D81C-AEF8-464D-902E-B6449B34371D}" dt="2026-10-06T16:18:31.848" v="4242" actId="47"/>
        <pc:sldMkLst>
          <pc:docMk/>
          <pc:sldMk cId="0" sldId="272"/>
        </pc:sldMkLst>
      </pc:sldChg>
      <pc:sldChg chg="del">
        <pc:chgData name="Phan Thanh Duy" userId="7fe205da-551d-4fae-b045-58d66fb40073" providerId="ADAL" clId="{A441D81C-AEF8-464D-902E-B6449B34371D}" dt="2026-10-06T16:18:31.848" v="4242" actId="47"/>
        <pc:sldMkLst>
          <pc:docMk/>
          <pc:sldMk cId="0" sldId="273"/>
        </pc:sldMkLst>
      </pc:sldChg>
      <pc:sldChg chg="del">
        <pc:chgData name="Phan Thanh Duy" userId="7fe205da-551d-4fae-b045-58d66fb40073" providerId="ADAL" clId="{A441D81C-AEF8-464D-902E-B6449B34371D}" dt="2026-10-06T16:18:31.848" v="4242" actId="47"/>
        <pc:sldMkLst>
          <pc:docMk/>
          <pc:sldMk cId="0" sldId="274"/>
        </pc:sldMkLst>
      </pc:sldChg>
      <pc:sldChg chg="del">
        <pc:chgData name="Phan Thanh Duy" userId="7fe205da-551d-4fae-b045-58d66fb40073" providerId="ADAL" clId="{A441D81C-AEF8-464D-902E-B6449B34371D}" dt="2026-10-06T16:18:27.594" v="4241" actId="47"/>
        <pc:sldMkLst>
          <pc:docMk/>
          <pc:sldMk cId="0" sldId="275"/>
        </pc:sldMkLst>
      </pc:sldChg>
      <pc:sldChg chg="del">
        <pc:chgData name="Phan Thanh Duy" userId="7fe205da-551d-4fae-b045-58d66fb40073" providerId="ADAL" clId="{A441D81C-AEF8-464D-902E-B6449B34371D}" dt="2026-10-06T16:18:26.018" v="4240" actId="47"/>
        <pc:sldMkLst>
          <pc:docMk/>
          <pc:sldMk cId="0" sldId="276"/>
        </pc:sldMkLst>
      </pc:sldChg>
      <pc:sldChg chg="del">
        <pc:chgData name="Phan Thanh Duy" userId="7fe205da-551d-4fae-b045-58d66fb40073" providerId="ADAL" clId="{A441D81C-AEF8-464D-902E-B6449B34371D}" dt="2026-10-06T16:18:31.848" v="4242" actId="47"/>
        <pc:sldMkLst>
          <pc:docMk/>
          <pc:sldMk cId="0" sldId="277"/>
        </pc:sldMkLst>
      </pc:sldChg>
      <pc:sldChg chg="del">
        <pc:chgData name="Phan Thanh Duy" userId="7fe205da-551d-4fae-b045-58d66fb40073" providerId="ADAL" clId="{A441D81C-AEF8-464D-902E-B6449B34371D}" dt="2026-10-06T16:18:23.243" v="4239" actId="47"/>
        <pc:sldMkLst>
          <pc:docMk/>
          <pc:sldMk cId="0" sldId="278"/>
        </pc:sldMkLst>
      </pc:sldChg>
      <pc:sldChg chg="del">
        <pc:chgData name="Phan Thanh Duy" userId="7fe205da-551d-4fae-b045-58d66fb40073" providerId="ADAL" clId="{A441D81C-AEF8-464D-902E-B6449B34371D}" dt="2026-10-06T16:18:23.243" v="4239" actId="47"/>
        <pc:sldMkLst>
          <pc:docMk/>
          <pc:sldMk cId="0" sldId="279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0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1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2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3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4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5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6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7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8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89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0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1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2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3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4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5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6"/>
        </pc:sldMkLst>
      </pc:sldChg>
      <pc:sldChg chg="del">
        <pc:chgData name="Phan Thanh Duy" userId="7fe205da-551d-4fae-b045-58d66fb40073" providerId="ADAL" clId="{A441D81C-AEF8-464D-902E-B6449B34371D}" dt="2026-10-06T16:18:19.872" v="4238" actId="47"/>
        <pc:sldMkLst>
          <pc:docMk/>
          <pc:sldMk cId="0" sldId="297"/>
        </pc:sldMkLst>
      </pc:sldChg>
      <pc:sldChg chg="del">
        <pc:chgData name="Phan Thanh Duy" userId="7fe205da-551d-4fae-b045-58d66fb40073" providerId="ADAL" clId="{A441D81C-AEF8-464D-902E-B6449B34371D}" dt="2026-10-06T08:17:46.336" v="2613" actId="47"/>
        <pc:sldMkLst>
          <pc:docMk/>
          <pc:sldMk cId="322402986" sldId="298"/>
        </pc:sldMkLst>
      </pc:sldChg>
      <pc:sldChg chg="del">
        <pc:chgData name="Phan Thanh Duy" userId="7fe205da-551d-4fae-b045-58d66fb40073" providerId="ADAL" clId="{A441D81C-AEF8-464D-902E-B6449B34371D}" dt="2026-10-06T16:19:12.970" v="4246" actId="47"/>
        <pc:sldMkLst>
          <pc:docMk/>
          <pc:sldMk cId="1576183652" sldId="299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3965838811" sldId="300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2790324976" sldId="301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2041865058" sldId="302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2673035856" sldId="303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971089199" sldId="304"/>
        </pc:sldMkLst>
      </pc:sldChg>
      <pc:sldChg chg="del">
        <pc:chgData name="Phan Thanh Duy" userId="7fe205da-551d-4fae-b045-58d66fb40073" providerId="ADAL" clId="{A441D81C-AEF8-464D-902E-B6449B34371D}" dt="2026-10-06T16:19:05.043" v="4245" actId="47"/>
        <pc:sldMkLst>
          <pc:docMk/>
          <pc:sldMk cId="3639140833" sldId="305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1296669840" sldId="306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2807933170" sldId="307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1523973626" sldId="308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984365508" sldId="309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4119380639" sldId="310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1448239824" sldId="311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659210709" sldId="312"/>
        </pc:sldMkLst>
      </pc:sldChg>
      <pc:sldChg chg="del">
        <pc:chgData name="Phan Thanh Duy" userId="7fe205da-551d-4fae-b045-58d66fb40073" providerId="ADAL" clId="{A441D81C-AEF8-464D-902E-B6449B34371D}" dt="2026-10-06T16:18:55.312" v="4244" actId="47"/>
        <pc:sldMkLst>
          <pc:docMk/>
          <pc:sldMk cId="1714930558" sldId="313"/>
        </pc:sldMkLst>
      </pc:sldChg>
      <pc:sldChg chg="addSp delSp modSp add mod ord modTransition">
        <pc:chgData name="Phan Thanh Duy" userId="7fe205da-551d-4fae-b045-58d66fb40073" providerId="ADAL" clId="{A441D81C-AEF8-464D-902E-B6449B34371D}" dt="2026-10-06T16:20:49.479" v="4254"/>
        <pc:sldMkLst>
          <pc:docMk/>
          <pc:sldMk cId="218281110" sldId="314"/>
        </pc:sldMkLst>
        <pc:spChg chg="add mod ord">
          <ac:chgData name="Phan Thanh Duy" userId="7fe205da-551d-4fae-b045-58d66fb40073" providerId="ADAL" clId="{A441D81C-AEF8-464D-902E-B6449B34371D}" dt="2026-10-05T13:35:36.033" v="1149" actId="1076"/>
          <ac:spMkLst>
            <pc:docMk/>
            <pc:sldMk cId="218281110" sldId="314"/>
            <ac:spMk id="4" creationId="{7B3B2126-8876-58BD-7BC5-FBA72783A962}"/>
          </ac:spMkLst>
        </pc:spChg>
        <pc:spChg chg="del mod">
          <ac:chgData name="Phan Thanh Duy" userId="7fe205da-551d-4fae-b045-58d66fb40073" providerId="ADAL" clId="{A441D81C-AEF8-464D-902E-B6449B34371D}" dt="2026-10-06T06:36:51.252" v="1763" actId="478"/>
          <ac:spMkLst>
            <pc:docMk/>
            <pc:sldMk cId="218281110" sldId="314"/>
            <ac:spMk id="5" creationId="{A0436251-54CA-6368-FA94-BAD82D78D99B}"/>
          </ac:spMkLst>
        </pc:spChg>
        <pc:spChg chg="mod">
          <ac:chgData name="Phan Thanh Duy" userId="7fe205da-551d-4fae-b045-58d66fb40073" providerId="ADAL" clId="{A441D81C-AEF8-464D-902E-B6449B34371D}" dt="2026-10-06T07:39:42.238" v="2257" actId="20577"/>
          <ac:spMkLst>
            <pc:docMk/>
            <pc:sldMk cId="218281110" sldId="314"/>
            <ac:spMk id="1039" creationId="{5C9284D6-3587-0531-7B11-C8B13FECE930}"/>
          </ac:spMkLst>
        </pc:spChg>
        <pc:grpChg chg="mod">
          <ac:chgData name="Phan Thanh Duy" userId="7fe205da-551d-4fae-b045-58d66fb40073" providerId="ADAL" clId="{A441D81C-AEF8-464D-902E-B6449B34371D}" dt="2026-10-06T05:51:16.476" v="1447" actId="962"/>
          <ac:grpSpMkLst>
            <pc:docMk/>
            <pc:sldMk cId="218281110" sldId="314"/>
            <ac:grpSpMk id="1042" creationId="{3B113246-55C0-0EC3-9B4C-CA8398F73D66}"/>
          </ac:grpSpMkLst>
        </pc:grpChg>
      </pc:sldChg>
      <pc:sldChg chg="addSp delSp modSp add mod modTransition">
        <pc:chgData name="Phan Thanh Duy" userId="7fe205da-551d-4fae-b045-58d66fb40073" providerId="ADAL" clId="{A441D81C-AEF8-464D-902E-B6449B34371D}" dt="2026-10-06T07:38:09.315" v="2251"/>
        <pc:sldMkLst>
          <pc:docMk/>
          <pc:sldMk cId="1055492456" sldId="315"/>
        </pc:sldMkLst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4" creationId="{8DEDD76A-B51F-65DD-11FA-8A0D671DA773}"/>
          </ac:spMkLst>
        </pc:spChg>
        <pc:spChg chg="del ord">
          <ac:chgData name="Phan Thanh Duy" userId="7fe205da-551d-4fae-b045-58d66fb40073" providerId="ADAL" clId="{A441D81C-AEF8-464D-902E-B6449B34371D}" dt="2026-10-06T06:37:01.683" v="1769" actId="478"/>
          <ac:spMkLst>
            <pc:docMk/>
            <pc:sldMk cId="1055492456" sldId="315"/>
            <ac:spMk id="5" creationId="{31FDF23C-9F7C-6DB4-0950-D433804DE45E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9" creationId="{5F9C4091-CF98-D695-955D-B6C63F12D4DA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26" creationId="{32E18724-FECF-2B15-9461-2C40A9CEDA11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024" creationId="{B93C8567-2430-997E-B4E6-F29D1298115E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026" creationId="{CDC06A4B-7578-6749-9A80-50C9EF0456D9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027" creationId="{BF849ECB-B9A7-932B-7B6C-FCC99292D834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029" creationId="{6F883EC5-7ED1-2EBF-BAB8-F68385730236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032" creationId="{0EB745C1-56CB-27FB-AFCA-443A37C66A4B}"/>
          </ac:spMkLst>
        </pc:spChg>
        <pc:spChg chg="mod">
          <ac:chgData name="Phan Thanh Duy" userId="7fe205da-551d-4fae-b045-58d66fb40073" providerId="ADAL" clId="{A441D81C-AEF8-464D-902E-B6449B34371D}" dt="2026-10-06T06:38:30.315" v="1803"/>
          <ac:spMkLst>
            <pc:docMk/>
            <pc:sldMk cId="1055492456" sldId="315"/>
            <ac:spMk id="1039" creationId="{9B565E59-812C-4135-261F-FBD76E37DF94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052" creationId="{049CAA75-BF47-C9F2-5A51-1D9C361CCA84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109" creationId="{4CBFF249-061A-8FE8-C44B-2B9EC7B0F636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111" creationId="{8BF3F8D7-0A36-82FD-FC62-AD156F062C77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342" creationId="{981D97BC-4D09-044A-C8A5-8CAD299BBC5E}"/>
          </ac:spMkLst>
        </pc:spChg>
        <pc:spChg chg="del mod">
          <ac:chgData name="Phan Thanh Duy" userId="7fe205da-551d-4fae-b045-58d66fb40073" providerId="ADAL" clId="{A441D81C-AEF8-464D-902E-B6449B34371D}" dt="2026-10-06T07:25:56.741" v="2170" actId="478"/>
          <ac:spMkLst>
            <pc:docMk/>
            <pc:sldMk cId="1055492456" sldId="315"/>
            <ac:spMk id="1348" creationId="{05AAC781-D2D2-1971-BA77-ABF56BC90A93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62" creationId="{A1B06E0A-B5CB-CAB4-2D19-22AF98AA3F1C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63" creationId="{4DA2E47A-AC8D-314F-8073-1C6FE8CE9148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65" creationId="{0717CB98-EE17-DA5A-9A1A-2169B7588C52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68" creationId="{4CDCD42F-8975-CEC9-2D1B-212953D956FC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70" creationId="{B2EA0261-DDD3-3E1B-3C85-E92294924E8E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71" creationId="{ADECCD05-C958-548A-3FF9-B36693C9359A}"/>
          </ac:spMkLst>
        </pc:spChg>
        <pc:spChg chg="add mod">
          <ac:chgData name="Phan Thanh Duy" userId="7fe205da-551d-4fae-b045-58d66fb40073" providerId="ADAL" clId="{A441D81C-AEF8-464D-902E-B6449B34371D}" dt="2026-10-06T07:26:08.353" v="2172" actId="1076"/>
          <ac:spMkLst>
            <pc:docMk/>
            <pc:sldMk cId="1055492456" sldId="315"/>
            <ac:spMk id="1374" creationId="{4512187B-E62F-D5D9-8C8B-8DCFFFBBA2CB}"/>
          </ac:spMkLst>
        </pc:spChg>
        <pc:grpChg chg="mod">
          <ac:chgData name="Phan Thanh Duy" userId="7fe205da-551d-4fae-b045-58d66fb40073" providerId="ADAL" clId="{A441D81C-AEF8-464D-902E-B6449B34371D}" dt="2026-10-06T06:02:10.191" v="1507" actId="962"/>
          <ac:grpSpMkLst>
            <pc:docMk/>
            <pc:sldMk cId="1055492456" sldId="315"/>
            <ac:grpSpMk id="1042" creationId="{909914BE-3186-CD77-CF0C-B7D5E046809E}"/>
          </ac:grpSpMkLst>
        </pc:grpChg>
        <pc:cxnChg chg="mod">
          <ac:chgData name="Phan Thanh Duy" userId="7fe205da-551d-4fae-b045-58d66fb40073" providerId="ADAL" clId="{A441D81C-AEF8-464D-902E-B6449B34371D}" dt="2026-10-06T07:17:28.037" v="2107" actId="1076"/>
          <ac:cxnSpMkLst>
            <pc:docMk/>
            <pc:sldMk cId="1055492456" sldId="315"/>
            <ac:cxnSpMk id="11" creationId="{6D5379C7-EF9F-B75E-E896-34D6CEF430D9}"/>
          </ac:cxnSpMkLst>
        </pc:cxnChg>
        <pc:cxnChg chg="mod">
          <ac:chgData name="Phan Thanh Duy" userId="7fe205da-551d-4fae-b045-58d66fb40073" providerId="ADAL" clId="{A441D81C-AEF8-464D-902E-B6449B34371D}" dt="2026-10-06T07:17:26.548" v="2095" actId="14100"/>
          <ac:cxnSpMkLst>
            <pc:docMk/>
            <pc:sldMk cId="1055492456" sldId="315"/>
            <ac:cxnSpMk id="27" creationId="{0522F564-EF06-AABF-2C43-7A746EE55273}"/>
          </ac:cxnSpMkLst>
        </pc:cxnChg>
        <pc:cxnChg chg="mod">
          <ac:chgData name="Phan Thanh Duy" userId="7fe205da-551d-4fae-b045-58d66fb40073" providerId="ADAL" clId="{A441D81C-AEF8-464D-902E-B6449B34371D}" dt="2026-10-06T07:19:41.806" v="2124" actId="962"/>
          <ac:cxnSpMkLst>
            <pc:docMk/>
            <pc:sldMk cId="1055492456" sldId="315"/>
            <ac:cxnSpMk id="1025" creationId="{018DD508-4D1F-C22B-93A6-1DE5A4968E16}"/>
          </ac:cxnSpMkLst>
        </pc:cxnChg>
        <pc:cxnChg chg="mod">
          <ac:chgData name="Phan Thanh Duy" userId="7fe205da-551d-4fae-b045-58d66fb40073" providerId="ADAL" clId="{A441D81C-AEF8-464D-902E-B6449B34371D}" dt="2026-10-06T07:19:38.546" v="2123" actId="962"/>
          <ac:cxnSpMkLst>
            <pc:docMk/>
            <pc:sldMk cId="1055492456" sldId="315"/>
            <ac:cxnSpMk id="1033" creationId="{B18BB718-4491-2C67-C15A-3AE51BFD6D2D}"/>
          </ac:cxnSpMkLst>
        </pc:cxnChg>
        <pc:cxnChg chg="mod">
          <ac:chgData name="Phan Thanh Duy" userId="7fe205da-551d-4fae-b045-58d66fb40073" providerId="ADAL" clId="{A441D81C-AEF8-464D-902E-B6449B34371D}" dt="2026-10-06T07:19:35.080" v="2122" actId="962"/>
          <ac:cxnSpMkLst>
            <pc:docMk/>
            <pc:sldMk cId="1055492456" sldId="315"/>
            <ac:cxnSpMk id="1102" creationId="{06F8F0D7-5C00-8E3B-18E8-CCE3B0EDA416}"/>
          </ac:cxnSpMkLst>
        </pc:cxnChg>
        <pc:cxnChg chg="mod">
          <ac:chgData name="Phan Thanh Duy" userId="7fe205da-551d-4fae-b045-58d66fb40073" providerId="ADAL" clId="{A441D81C-AEF8-464D-902E-B6449B34371D}" dt="2026-10-06T07:19:03.457" v="2118" actId="962"/>
          <ac:cxnSpMkLst>
            <pc:docMk/>
            <pc:sldMk cId="1055492456" sldId="315"/>
            <ac:cxnSpMk id="1112" creationId="{CEA11B03-323F-5071-0F53-8DD9D1270D00}"/>
          </ac:cxnSpMkLst>
        </pc:cxnChg>
        <pc:cxnChg chg="mod ord">
          <ac:chgData name="Phan Thanh Duy" userId="7fe205da-551d-4fae-b045-58d66fb40073" providerId="ADAL" clId="{A441D81C-AEF8-464D-902E-B6449B34371D}" dt="2026-10-06T07:19:07.239" v="2119" actId="962"/>
          <ac:cxnSpMkLst>
            <pc:docMk/>
            <pc:sldMk cId="1055492456" sldId="315"/>
            <ac:cxnSpMk id="1115" creationId="{F9FF9ABC-62CE-C2AF-0378-9F38ABB097FA}"/>
          </ac:cxnSpMkLst>
        </pc:cxnChg>
        <pc:cxnChg chg="mod">
          <ac:chgData name="Phan Thanh Duy" userId="7fe205da-551d-4fae-b045-58d66fb40073" providerId="ADAL" clId="{A441D81C-AEF8-464D-902E-B6449B34371D}" dt="2026-10-06T07:17:27.065" v="2103" actId="14100"/>
          <ac:cxnSpMkLst>
            <pc:docMk/>
            <pc:sldMk cId="1055492456" sldId="315"/>
            <ac:cxnSpMk id="1343" creationId="{2379B2F6-326B-B146-F006-69A824660BA5}"/>
          </ac:cxnSpMkLst>
        </pc:cxnChg>
        <pc:cxnChg chg="mod">
          <ac:chgData name="Phan Thanh Duy" userId="7fe205da-551d-4fae-b045-58d66fb40073" providerId="ADAL" clId="{A441D81C-AEF8-464D-902E-B6449B34371D}" dt="2026-10-06T07:17:27.760" v="2106" actId="1076"/>
          <ac:cxnSpMkLst>
            <pc:docMk/>
            <pc:sldMk cId="1055492456" sldId="315"/>
            <ac:cxnSpMk id="1349" creationId="{B01FA730-1600-3E87-2017-AACACFBAD1C3}"/>
          </ac:cxnSpMkLst>
        </pc:cxnChg>
      </pc:sldChg>
      <pc:sldChg chg="addSp delSp modSp add mod ord modTransition addAnim delAnim modAnim">
        <pc:chgData name="Phan Thanh Duy" userId="7fe205da-551d-4fae-b045-58d66fb40073" providerId="ADAL" clId="{A441D81C-AEF8-464D-902E-B6449B34371D}" dt="2026-10-06T06:38:47.356" v="1804" actId="1076"/>
        <pc:sldMkLst>
          <pc:docMk/>
          <pc:sldMk cId="3959107077" sldId="316"/>
        </pc:sldMkLst>
        <pc:spChg chg="del">
          <ac:chgData name="Phan Thanh Duy" userId="7fe205da-551d-4fae-b045-58d66fb40073" providerId="ADAL" clId="{A441D81C-AEF8-464D-902E-B6449B34371D}" dt="2026-10-06T06:36:53.040" v="1764" actId="478"/>
          <ac:spMkLst>
            <pc:docMk/>
            <pc:sldMk cId="3959107077" sldId="316"/>
            <ac:spMk id="5" creationId="{D7F25476-83B4-94D4-9160-52F15E3656FA}"/>
          </ac:spMkLst>
        </pc:spChg>
        <pc:spChg chg="add mod">
          <ac:chgData name="Phan Thanh Duy" userId="7fe205da-551d-4fae-b045-58d66fb40073" providerId="ADAL" clId="{A441D81C-AEF8-464D-902E-B6449B34371D}" dt="2026-10-06T03:43:40.952" v="1261" actId="1076"/>
          <ac:spMkLst>
            <pc:docMk/>
            <pc:sldMk cId="3959107077" sldId="316"/>
            <ac:spMk id="7" creationId="{0791BE73-4301-8BAF-695B-9DFA2BD3C542}"/>
          </ac:spMkLst>
        </pc:spChg>
        <pc:spChg chg="mod">
          <ac:chgData name="Phan Thanh Duy" userId="7fe205da-551d-4fae-b045-58d66fb40073" providerId="ADAL" clId="{A441D81C-AEF8-464D-902E-B6449B34371D}" dt="2026-10-06T06:38:47.356" v="1804" actId="1076"/>
          <ac:spMkLst>
            <pc:docMk/>
            <pc:sldMk cId="3959107077" sldId="316"/>
            <ac:spMk id="9" creationId="{F1A9FAD3-D3A6-6924-FAA4-786CD3A31D19}"/>
          </ac:spMkLst>
        </pc:spChg>
        <pc:spChg chg="mod">
          <ac:chgData name="Phan Thanh Duy" userId="7fe205da-551d-4fae-b045-58d66fb40073" providerId="ADAL" clId="{A441D81C-AEF8-464D-902E-B6449B34371D}" dt="2026-10-06T06:38:11.290" v="1791" actId="207"/>
          <ac:spMkLst>
            <pc:docMk/>
            <pc:sldMk cId="3959107077" sldId="316"/>
            <ac:spMk id="1039" creationId="{D9425BFF-AD2E-3F63-A29D-CAF94A7DA5D8}"/>
          </ac:spMkLst>
        </pc:spChg>
        <pc:grpChg chg="mod">
          <ac:chgData name="Phan Thanh Duy" userId="7fe205da-551d-4fae-b045-58d66fb40073" providerId="ADAL" clId="{A441D81C-AEF8-464D-902E-B6449B34371D}" dt="2026-10-06T06:00:07.092" v="1498" actId="962"/>
          <ac:grpSpMkLst>
            <pc:docMk/>
            <pc:sldMk cId="3959107077" sldId="316"/>
            <ac:grpSpMk id="1042" creationId="{F14889BF-4F38-978F-1C02-4B50915D1053}"/>
          </ac:grpSpMkLst>
        </pc:grpChg>
        <pc:picChg chg="add mod">
          <ac:chgData name="Phan Thanh Duy" userId="7fe205da-551d-4fae-b045-58d66fb40073" providerId="ADAL" clId="{A441D81C-AEF8-464D-902E-B6449B34371D}" dt="2026-10-06T03:44:18.723" v="1272" actId="1076"/>
          <ac:picMkLst>
            <pc:docMk/>
            <pc:sldMk cId="3959107077" sldId="316"/>
            <ac:picMk id="3" creationId="{D2B753BF-C31F-35D0-BA9B-3CDD4B2172D7}"/>
          </ac:picMkLst>
        </pc:picChg>
        <pc:picChg chg="add del mod">
          <ac:chgData name="Phan Thanh Duy" userId="7fe205da-551d-4fae-b045-58d66fb40073" providerId="ADAL" clId="{A441D81C-AEF8-464D-902E-B6449B34371D}" dt="2026-10-06T03:40:51.271" v="1236" actId="478"/>
          <ac:picMkLst>
            <pc:docMk/>
            <pc:sldMk cId="3959107077" sldId="316"/>
            <ac:picMk id="10" creationId="{EFDA53DB-1A87-C298-ECD4-65D129373569}"/>
          </ac:picMkLst>
        </pc:picChg>
        <pc:picChg chg="add mod">
          <ac:chgData name="Phan Thanh Duy" userId="7fe205da-551d-4fae-b045-58d66fb40073" providerId="ADAL" clId="{A441D81C-AEF8-464D-902E-B6449B34371D}" dt="2026-10-06T03:44:21.818" v="1273" actId="1076"/>
          <ac:picMkLst>
            <pc:docMk/>
            <pc:sldMk cId="3959107077" sldId="316"/>
            <ac:picMk id="12" creationId="{9A9CCFC9-2F07-ECF8-9E76-5596E56F6378}"/>
          </ac:picMkLst>
        </pc:picChg>
        <pc:picChg chg="add del">
          <ac:chgData name="Phan Thanh Duy" userId="7fe205da-551d-4fae-b045-58d66fb40073" providerId="ADAL" clId="{A441D81C-AEF8-464D-902E-B6449B34371D}" dt="2026-10-06T03:43:05.406" v="1250" actId="22"/>
          <ac:picMkLst>
            <pc:docMk/>
            <pc:sldMk cId="3959107077" sldId="316"/>
            <ac:picMk id="15" creationId="{A471F0F7-C06D-5135-E236-EEC71348997F}"/>
          </ac:picMkLst>
        </pc:picChg>
        <pc:cxnChg chg="add mod">
          <ac:chgData name="Phan Thanh Duy" userId="7fe205da-551d-4fae-b045-58d66fb40073" providerId="ADAL" clId="{A441D81C-AEF8-464D-902E-B6449B34371D}" dt="2026-10-06T06:04:01.108" v="1514" actId="962"/>
          <ac:cxnSpMkLst>
            <pc:docMk/>
            <pc:sldMk cId="3959107077" sldId="316"/>
            <ac:cxnSpMk id="6" creationId="{212E7686-FB91-8335-2128-722C5F284037}"/>
          </ac:cxnSpMkLst>
        </pc:cxnChg>
        <pc:cxnChg chg="add mod">
          <ac:chgData name="Phan Thanh Duy" userId="7fe205da-551d-4fae-b045-58d66fb40073" providerId="ADAL" clId="{A441D81C-AEF8-464D-902E-B6449B34371D}" dt="2026-10-06T03:43:02.122" v="1248"/>
          <ac:cxnSpMkLst>
            <pc:docMk/>
            <pc:sldMk cId="3959107077" sldId="316"/>
            <ac:cxnSpMk id="13" creationId="{9B14AC7E-22CE-BB57-2BAA-F6F45ACFECDC}"/>
          </ac:cxnSpMkLst>
        </pc:cxnChg>
        <pc:cxnChg chg="add mod">
          <ac:chgData name="Phan Thanh Duy" userId="7fe205da-551d-4fae-b045-58d66fb40073" providerId="ADAL" clId="{A441D81C-AEF8-464D-902E-B6449B34371D}" dt="2026-10-06T03:43:47.567" v="1265" actId="1076"/>
          <ac:cxnSpMkLst>
            <pc:docMk/>
            <pc:sldMk cId="3959107077" sldId="316"/>
            <ac:cxnSpMk id="16" creationId="{F5A8A28D-7CAA-0DD5-D4F4-F7A130309709}"/>
          </ac:cxnSpMkLst>
        </pc:cxnChg>
        <pc:cxnChg chg="add mod">
          <ac:chgData name="Phan Thanh Duy" userId="7fe205da-551d-4fae-b045-58d66fb40073" providerId="ADAL" clId="{A441D81C-AEF8-464D-902E-B6449B34371D}" dt="2026-10-06T03:43:59.035" v="1270" actId="14100"/>
          <ac:cxnSpMkLst>
            <pc:docMk/>
            <pc:sldMk cId="3959107077" sldId="316"/>
            <ac:cxnSpMk id="17" creationId="{A5CB7226-20EA-FE53-3822-302DB86CFD3A}"/>
          </ac:cxnSpMkLst>
        </pc:cxnChg>
      </pc:sldChg>
      <pc:sldChg chg="addSp delSp modSp add mod ord modTransition addAnim delAnim modAnim">
        <pc:chgData name="Phan Thanh Duy" userId="7fe205da-551d-4fae-b045-58d66fb40073" providerId="ADAL" clId="{A441D81C-AEF8-464D-902E-B6449B34371D}" dt="2026-10-06T06:38:50.518" v="1805" actId="1076"/>
        <pc:sldMkLst>
          <pc:docMk/>
          <pc:sldMk cId="3279762119" sldId="317"/>
        </pc:sldMkLst>
        <pc:spChg chg="del mod ord">
          <ac:chgData name="Phan Thanh Duy" userId="7fe205da-551d-4fae-b045-58d66fb40073" providerId="ADAL" clId="{A441D81C-AEF8-464D-902E-B6449B34371D}" dt="2026-10-06T06:36:55.383" v="1766" actId="478"/>
          <ac:spMkLst>
            <pc:docMk/>
            <pc:sldMk cId="3279762119" sldId="317"/>
            <ac:spMk id="5" creationId="{3EE33205-DDDD-C6A9-E47D-59913DFF9BBB}"/>
          </ac:spMkLst>
        </pc:spChg>
        <pc:spChg chg="add mod">
          <ac:chgData name="Phan Thanh Duy" userId="7fe205da-551d-4fae-b045-58d66fb40073" providerId="ADAL" clId="{A441D81C-AEF8-464D-902E-B6449B34371D}" dt="2026-10-06T03:53:51.421" v="1328" actId="1076"/>
          <ac:spMkLst>
            <pc:docMk/>
            <pc:sldMk cId="3279762119" sldId="317"/>
            <ac:spMk id="13" creationId="{A448F1F6-CD1B-2FD0-F9ED-B3B8F31B6673}"/>
          </ac:spMkLst>
        </pc:spChg>
        <pc:spChg chg="add mod">
          <ac:chgData name="Phan Thanh Duy" userId="7fe205da-551d-4fae-b045-58d66fb40073" providerId="ADAL" clId="{A441D81C-AEF8-464D-902E-B6449B34371D}" dt="2026-10-06T03:56:10.210" v="1398" actId="1076"/>
          <ac:spMkLst>
            <pc:docMk/>
            <pc:sldMk cId="3279762119" sldId="317"/>
            <ac:spMk id="16" creationId="{5B9427C6-9064-BBA6-4AD5-B00FDE2E0F5F}"/>
          </ac:spMkLst>
        </pc:spChg>
        <pc:spChg chg="add mod">
          <ac:chgData name="Phan Thanh Duy" userId="7fe205da-551d-4fae-b045-58d66fb40073" providerId="ADAL" clId="{A441D81C-AEF8-464D-902E-B6449B34371D}" dt="2026-10-06T03:56:10.210" v="1398" actId="1076"/>
          <ac:spMkLst>
            <pc:docMk/>
            <pc:sldMk cId="3279762119" sldId="317"/>
            <ac:spMk id="18" creationId="{5D88FE5C-DC1A-682B-5D96-9B334D0FB10A}"/>
          </ac:spMkLst>
        </pc:spChg>
        <pc:spChg chg="mod">
          <ac:chgData name="Phan Thanh Duy" userId="7fe205da-551d-4fae-b045-58d66fb40073" providerId="ADAL" clId="{A441D81C-AEF8-464D-902E-B6449B34371D}" dt="2026-10-06T06:38:50.518" v="1805" actId="1076"/>
          <ac:spMkLst>
            <pc:docMk/>
            <pc:sldMk cId="3279762119" sldId="317"/>
            <ac:spMk id="26" creationId="{43EBB679-3353-B34F-AD72-18EE3155D145}"/>
          </ac:spMkLst>
        </pc:spChg>
        <pc:spChg chg="del">
          <ac:chgData name="Phan Thanh Duy" userId="7fe205da-551d-4fae-b045-58d66fb40073" providerId="ADAL" clId="{A441D81C-AEF8-464D-902E-B6449B34371D}" dt="2026-10-06T03:45:08.146" v="1283" actId="478"/>
          <ac:spMkLst>
            <pc:docMk/>
            <pc:sldMk cId="3279762119" sldId="317"/>
            <ac:spMk id="1024" creationId="{AD3BA1DD-620B-E818-C724-A2139478CF90}"/>
          </ac:spMkLst>
        </pc:spChg>
        <pc:spChg chg="del">
          <ac:chgData name="Phan Thanh Duy" userId="7fe205da-551d-4fae-b045-58d66fb40073" providerId="ADAL" clId="{A441D81C-AEF8-464D-902E-B6449B34371D}" dt="2026-10-06T03:45:08.146" v="1283" actId="478"/>
          <ac:spMkLst>
            <pc:docMk/>
            <pc:sldMk cId="3279762119" sldId="317"/>
            <ac:spMk id="1032" creationId="{F165D985-D9EF-9A9E-043F-AEEFF30DA0E8}"/>
          </ac:spMkLst>
        </pc:spChg>
        <pc:spChg chg="mod">
          <ac:chgData name="Phan Thanh Duy" userId="7fe205da-551d-4fae-b045-58d66fb40073" providerId="ADAL" clId="{A441D81C-AEF8-464D-902E-B6449B34371D}" dt="2026-10-06T06:38:17.116" v="1794"/>
          <ac:spMkLst>
            <pc:docMk/>
            <pc:sldMk cId="3279762119" sldId="317"/>
            <ac:spMk id="1039" creationId="{DCA1960C-9471-F1EF-358B-688971390D72}"/>
          </ac:spMkLst>
        </pc:spChg>
        <pc:spChg chg="del">
          <ac:chgData name="Phan Thanh Duy" userId="7fe205da-551d-4fae-b045-58d66fb40073" providerId="ADAL" clId="{A441D81C-AEF8-464D-902E-B6449B34371D}" dt="2026-10-06T03:44:57.387" v="1281" actId="478"/>
          <ac:spMkLst>
            <pc:docMk/>
            <pc:sldMk cId="3279762119" sldId="317"/>
            <ac:spMk id="1052" creationId="{CE609597-7D0A-2783-F76C-9B90AFBAC13D}"/>
          </ac:spMkLst>
        </pc:spChg>
        <pc:spChg chg="del">
          <ac:chgData name="Phan Thanh Duy" userId="7fe205da-551d-4fae-b045-58d66fb40073" providerId="ADAL" clId="{A441D81C-AEF8-464D-902E-B6449B34371D}" dt="2026-10-06T03:44:57.387" v="1281" actId="478"/>
          <ac:spMkLst>
            <pc:docMk/>
            <pc:sldMk cId="3279762119" sldId="317"/>
            <ac:spMk id="1109" creationId="{31550894-0603-A360-0749-A7E568A3A42D}"/>
          </ac:spMkLst>
        </pc:spChg>
        <pc:spChg chg="del">
          <ac:chgData name="Phan Thanh Duy" userId="7fe205da-551d-4fae-b045-58d66fb40073" providerId="ADAL" clId="{A441D81C-AEF8-464D-902E-B6449B34371D}" dt="2026-10-06T03:44:57.387" v="1281" actId="478"/>
          <ac:spMkLst>
            <pc:docMk/>
            <pc:sldMk cId="3279762119" sldId="317"/>
            <ac:spMk id="1111" creationId="{7549997E-5575-76DE-59EF-01960F8D6B23}"/>
          </ac:spMkLst>
        </pc:spChg>
        <pc:spChg chg="del">
          <ac:chgData name="Phan Thanh Duy" userId="7fe205da-551d-4fae-b045-58d66fb40073" providerId="ADAL" clId="{A441D81C-AEF8-464D-902E-B6449B34371D}" dt="2026-10-06T03:44:57.387" v="1281" actId="478"/>
          <ac:spMkLst>
            <pc:docMk/>
            <pc:sldMk cId="3279762119" sldId="317"/>
            <ac:spMk id="1342" creationId="{2614DD13-98BB-A2A2-3DF6-9232AC5EF5CC}"/>
          </ac:spMkLst>
        </pc:spChg>
        <pc:spChg chg="del">
          <ac:chgData name="Phan Thanh Duy" userId="7fe205da-551d-4fae-b045-58d66fb40073" providerId="ADAL" clId="{A441D81C-AEF8-464D-902E-B6449B34371D}" dt="2026-10-06T03:44:57.387" v="1281" actId="478"/>
          <ac:spMkLst>
            <pc:docMk/>
            <pc:sldMk cId="3279762119" sldId="317"/>
            <ac:spMk id="1348" creationId="{2F3A0742-7EE6-2C11-232B-21F12042E478}"/>
          </ac:spMkLst>
        </pc:spChg>
        <pc:grpChg chg="mod">
          <ac:chgData name="Phan Thanh Duy" userId="7fe205da-551d-4fae-b045-58d66fb40073" providerId="ADAL" clId="{A441D81C-AEF8-464D-902E-B6449B34371D}" dt="2026-10-06T06:01:25.576" v="1502" actId="962"/>
          <ac:grpSpMkLst>
            <pc:docMk/>
            <pc:sldMk cId="3279762119" sldId="317"/>
            <ac:grpSpMk id="1042" creationId="{51FADE43-C112-EC0E-C8A8-37F89C52873B}"/>
          </ac:grpSpMkLst>
        </pc:grpChg>
        <pc:picChg chg="add del mod">
          <ac:chgData name="Phan Thanh Duy" userId="7fe205da-551d-4fae-b045-58d66fb40073" providerId="ADAL" clId="{A441D81C-AEF8-464D-902E-B6449B34371D}" dt="2026-10-06T03:51:29.464" v="1309" actId="478"/>
          <ac:picMkLst>
            <pc:docMk/>
            <pc:sldMk cId="3279762119" sldId="317"/>
            <ac:picMk id="6" creationId="{36EC96AC-D0EF-01E3-8F2E-E9D53A338855}"/>
          </ac:picMkLst>
        </pc:picChg>
        <pc:picChg chg="add mod">
          <ac:chgData name="Phan Thanh Duy" userId="7fe205da-551d-4fae-b045-58d66fb40073" providerId="ADAL" clId="{A441D81C-AEF8-464D-902E-B6449B34371D}" dt="2026-10-06T03:56:14.999" v="1399" actId="1076"/>
          <ac:picMkLst>
            <pc:docMk/>
            <pc:sldMk cId="3279762119" sldId="317"/>
            <ac:picMk id="10" creationId="{24004966-944B-DB1E-AEF0-48F96F7F4D0B}"/>
          </ac:picMkLst>
        </pc:picChg>
        <pc:picChg chg="add mod">
          <ac:chgData name="Phan Thanh Duy" userId="7fe205da-551d-4fae-b045-58d66fb40073" providerId="ADAL" clId="{A441D81C-AEF8-464D-902E-B6449B34371D}" dt="2026-10-06T03:53:38.455" v="1324" actId="1076"/>
          <ac:picMkLst>
            <pc:docMk/>
            <pc:sldMk cId="3279762119" sldId="317"/>
            <ac:picMk id="15" creationId="{A31DBF2D-05B8-DC33-5F0D-42CE7CF08774}"/>
          </ac:picMkLst>
        </pc:picChg>
        <pc:cxnChg chg="add del mod">
          <ac:chgData name="Phan Thanh Duy" userId="7fe205da-551d-4fae-b045-58d66fb40073" providerId="ADAL" clId="{A441D81C-AEF8-464D-902E-B6449B34371D}" dt="2026-10-06T03:51:26.505" v="1308" actId="478"/>
          <ac:cxnSpMkLst>
            <pc:docMk/>
            <pc:sldMk cId="3279762119" sldId="317"/>
            <ac:cxnSpMk id="7" creationId="{F4E464F8-4440-AEBA-6217-2AF389D5A86A}"/>
          </ac:cxnSpMkLst>
        </pc:cxnChg>
        <pc:cxnChg chg="mod">
          <ac:chgData name="Phan Thanh Duy" userId="7fe205da-551d-4fae-b045-58d66fb40073" providerId="ADAL" clId="{A441D81C-AEF8-464D-902E-B6449B34371D}" dt="2026-10-06T06:04:27.686" v="1515" actId="962"/>
          <ac:cxnSpMkLst>
            <pc:docMk/>
            <pc:sldMk cId="3279762119" sldId="317"/>
            <ac:cxnSpMk id="11" creationId="{18B7753E-EBE7-516E-06C1-345620BC13D0}"/>
          </ac:cxnSpMkLst>
        </pc:cxnChg>
        <pc:cxnChg chg="add mod">
          <ac:chgData name="Phan Thanh Duy" userId="7fe205da-551d-4fae-b045-58d66fb40073" providerId="ADAL" clId="{A441D81C-AEF8-464D-902E-B6449B34371D}" dt="2026-10-06T06:04:45.879" v="1516" actId="962"/>
          <ac:cxnSpMkLst>
            <pc:docMk/>
            <pc:sldMk cId="3279762119" sldId="317"/>
            <ac:cxnSpMk id="19" creationId="{4BE9414B-0903-B00B-C192-9E777720F061}"/>
          </ac:cxnSpMkLst>
        </pc:cxnChg>
        <pc:cxnChg chg="del mod">
          <ac:chgData name="Phan Thanh Duy" userId="7fe205da-551d-4fae-b045-58d66fb40073" providerId="ADAL" clId="{A441D81C-AEF8-464D-902E-B6449B34371D}" dt="2026-10-06T03:45:16.898" v="1287" actId="478"/>
          <ac:cxnSpMkLst>
            <pc:docMk/>
            <pc:sldMk cId="3279762119" sldId="317"/>
            <ac:cxnSpMk id="27" creationId="{9B7E9BA0-4706-07F3-149E-6E93A5F03918}"/>
          </ac:cxnSpMkLst>
        </pc:cxnChg>
        <pc:cxnChg chg="del mod">
          <ac:chgData name="Phan Thanh Duy" userId="7fe205da-551d-4fae-b045-58d66fb40073" providerId="ADAL" clId="{A441D81C-AEF8-464D-902E-B6449B34371D}" dt="2026-10-06T03:45:11.491" v="1285" actId="21"/>
          <ac:cxnSpMkLst>
            <pc:docMk/>
            <pc:sldMk cId="3279762119" sldId="317"/>
            <ac:cxnSpMk id="1025" creationId="{1D4A71DC-ACC7-45E1-E69E-5D7DDE31C06C}"/>
          </ac:cxnSpMkLst>
        </pc:cxnChg>
        <pc:cxnChg chg="del mod">
          <ac:chgData name="Phan Thanh Duy" userId="7fe205da-551d-4fae-b045-58d66fb40073" providerId="ADAL" clId="{A441D81C-AEF8-464D-902E-B6449B34371D}" dt="2026-10-06T03:45:09.795" v="1284" actId="21"/>
          <ac:cxnSpMkLst>
            <pc:docMk/>
            <pc:sldMk cId="3279762119" sldId="317"/>
            <ac:cxnSpMk id="1033" creationId="{08C6F128-4EFA-E247-A62B-66B5849A451B}"/>
          </ac:cxnSpMkLst>
        </pc:cxnChg>
        <pc:cxnChg chg="mod">
          <ac:chgData name="Phan Thanh Duy" userId="7fe205da-551d-4fae-b045-58d66fb40073" providerId="ADAL" clId="{A441D81C-AEF8-464D-902E-B6449B34371D}" dt="2026-10-06T03:45:08.146" v="1283" actId="478"/>
          <ac:cxnSpMkLst>
            <pc:docMk/>
            <pc:sldMk cId="3279762119" sldId="317"/>
            <ac:cxnSpMk id="1102" creationId="{E197D24C-3EB3-037F-6489-5F4EB3151AC0}"/>
          </ac:cxnSpMkLst>
        </pc:cxnChg>
        <pc:cxnChg chg="del mod">
          <ac:chgData name="Phan Thanh Duy" userId="7fe205da-551d-4fae-b045-58d66fb40073" providerId="ADAL" clId="{A441D81C-AEF8-464D-902E-B6449B34371D}" dt="2026-10-06T03:45:01.269" v="1282" actId="478"/>
          <ac:cxnSpMkLst>
            <pc:docMk/>
            <pc:sldMk cId="3279762119" sldId="317"/>
            <ac:cxnSpMk id="1112" creationId="{99ACCC93-26D1-9191-F1C0-4BEDBB775F2D}"/>
          </ac:cxnSpMkLst>
        </pc:cxnChg>
        <pc:cxnChg chg="del mod">
          <ac:chgData name="Phan Thanh Duy" userId="7fe205da-551d-4fae-b045-58d66fb40073" providerId="ADAL" clId="{A441D81C-AEF8-464D-902E-B6449B34371D}" dt="2026-10-06T03:45:01.269" v="1282" actId="478"/>
          <ac:cxnSpMkLst>
            <pc:docMk/>
            <pc:sldMk cId="3279762119" sldId="317"/>
            <ac:cxnSpMk id="1115" creationId="{802DA32F-0204-D4DF-3C9F-FBB50ED11FDC}"/>
          </ac:cxnSpMkLst>
        </pc:cxnChg>
        <pc:cxnChg chg="del mod">
          <ac:chgData name="Phan Thanh Duy" userId="7fe205da-551d-4fae-b045-58d66fb40073" providerId="ADAL" clId="{A441D81C-AEF8-464D-902E-B6449B34371D}" dt="2026-10-06T03:45:01.269" v="1282" actId="478"/>
          <ac:cxnSpMkLst>
            <pc:docMk/>
            <pc:sldMk cId="3279762119" sldId="317"/>
            <ac:cxnSpMk id="1343" creationId="{A973542F-B3ED-7474-F3D6-D077CD569CF2}"/>
          </ac:cxnSpMkLst>
        </pc:cxnChg>
        <pc:cxnChg chg="del mod">
          <ac:chgData name="Phan Thanh Duy" userId="7fe205da-551d-4fae-b045-58d66fb40073" providerId="ADAL" clId="{A441D81C-AEF8-464D-902E-B6449B34371D}" dt="2026-10-06T03:45:01.269" v="1282" actId="478"/>
          <ac:cxnSpMkLst>
            <pc:docMk/>
            <pc:sldMk cId="3279762119" sldId="317"/>
            <ac:cxnSpMk id="1349" creationId="{331B1969-B3D4-B896-6974-E0E0E98E2236}"/>
          </ac:cxnSpMkLst>
        </pc:cxnChg>
      </pc:sldChg>
      <pc:sldChg chg="addSp delSp modSp add mod modTransition addAnim delAnim modAnim">
        <pc:chgData name="Phan Thanh Duy" userId="7fe205da-551d-4fae-b045-58d66fb40073" providerId="ADAL" clId="{A441D81C-AEF8-464D-902E-B6449B34371D}" dt="2026-10-06T06:39:21.039" v="1810" actId="1076"/>
        <pc:sldMkLst>
          <pc:docMk/>
          <pc:sldMk cId="3371537904" sldId="318"/>
        </pc:sldMkLst>
        <pc:spChg chg="add mod">
          <ac:chgData name="Phan Thanh Duy" userId="7fe205da-551d-4fae-b045-58d66fb40073" providerId="ADAL" clId="{A441D81C-AEF8-464D-902E-B6449B34371D}" dt="2026-10-06T06:39:11.789" v="1808" actId="14100"/>
          <ac:spMkLst>
            <pc:docMk/>
            <pc:sldMk cId="3371537904" sldId="318"/>
            <ac:spMk id="3" creationId="{EE7E3078-6D73-F6ED-3BA2-C6A67C97C60C}"/>
          </ac:spMkLst>
        </pc:spChg>
        <pc:spChg chg="del">
          <ac:chgData name="Phan Thanh Duy" userId="7fe205da-551d-4fae-b045-58d66fb40073" providerId="ADAL" clId="{A441D81C-AEF8-464D-902E-B6449B34371D}" dt="2026-10-06T06:36:57.348" v="1767" actId="478"/>
          <ac:spMkLst>
            <pc:docMk/>
            <pc:sldMk cId="3371537904" sldId="318"/>
            <ac:spMk id="5" creationId="{B5FD1A11-1DEC-9563-1BD3-53DBB842081D}"/>
          </ac:spMkLst>
        </pc:spChg>
        <pc:spChg chg="add mod">
          <ac:chgData name="Phan Thanh Duy" userId="7fe205da-551d-4fae-b045-58d66fb40073" providerId="ADAL" clId="{A441D81C-AEF8-464D-902E-B6449B34371D}" dt="2026-10-06T06:39:21.039" v="1810" actId="1076"/>
          <ac:spMkLst>
            <pc:docMk/>
            <pc:sldMk cId="3371537904" sldId="318"/>
            <ac:spMk id="8" creationId="{1A534D41-C79A-D9D4-E8DF-FFC9692C3DB7}"/>
          </ac:spMkLst>
        </pc:spChg>
        <pc:spChg chg="add mod">
          <ac:chgData name="Phan Thanh Duy" userId="7fe205da-551d-4fae-b045-58d66fb40073" providerId="ADAL" clId="{A441D81C-AEF8-464D-902E-B6449B34371D}" dt="2026-10-06T06:39:14.517" v="1809" actId="14100"/>
          <ac:spMkLst>
            <pc:docMk/>
            <pc:sldMk cId="3371537904" sldId="318"/>
            <ac:spMk id="14" creationId="{8FEB0EF2-E3F3-27DD-7A58-9DC24C657FBD}"/>
          </ac:spMkLst>
        </pc:spChg>
        <pc:spChg chg="add mod">
          <ac:chgData name="Phan Thanh Duy" userId="7fe205da-551d-4fae-b045-58d66fb40073" providerId="ADAL" clId="{A441D81C-AEF8-464D-902E-B6449B34371D}" dt="2026-10-06T06:39:21.039" v="1810" actId="1076"/>
          <ac:spMkLst>
            <pc:docMk/>
            <pc:sldMk cId="3371537904" sldId="318"/>
            <ac:spMk id="16" creationId="{033E73B2-0401-5A06-CB52-232184A0FD5A}"/>
          </ac:spMkLst>
        </pc:spChg>
        <pc:spChg chg="mod">
          <ac:chgData name="Phan Thanh Duy" userId="7fe205da-551d-4fae-b045-58d66fb40073" providerId="ADAL" clId="{A441D81C-AEF8-464D-902E-B6449B34371D}" dt="2026-10-06T06:01:44.758" v="1504" actId="962"/>
          <ac:spMkLst>
            <pc:docMk/>
            <pc:sldMk cId="3371537904" sldId="318"/>
            <ac:spMk id="26" creationId="{F4FF1992-D42A-F6DB-9111-4DE6B0C0AA23}"/>
          </ac:spMkLst>
        </pc:spChg>
        <pc:spChg chg="mod">
          <ac:chgData name="Phan Thanh Duy" userId="7fe205da-551d-4fae-b045-58d66fb40073" providerId="ADAL" clId="{A441D81C-AEF8-464D-902E-B6449B34371D}" dt="2026-10-06T06:39:01.916" v="1806" actId="1076"/>
          <ac:spMkLst>
            <pc:docMk/>
            <pc:sldMk cId="3371537904" sldId="318"/>
            <ac:spMk id="1024" creationId="{127E8D95-BA85-858C-B884-84924D66E802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032" creationId="{D48905E1-6D75-A1DE-E61A-EC012961A42C}"/>
          </ac:spMkLst>
        </pc:spChg>
        <pc:spChg chg="mod">
          <ac:chgData name="Phan Thanh Duy" userId="7fe205da-551d-4fae-b045-58d66fb40073" providerId="ADAL" clId="{A441D81C-AEF8-464D-902E-B6449B34371D}" dt="2026-10-06T06:38:20.806" v="1797"/>
          <ac:spMkLst>
            <pc:docMk/>
            <pc:sldMk cId="3371537904" sldId="318"/>
            <ac:spMk id="1039" creationId="{BE5BA653-B4F1-F2E1-BFCD-EFCDC2597FCE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052" creationId="{DB3A13E9-395A-CB86-B5FC-BA682AB33197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109" creationId="{1B8429FF-DD95-5633-E771-68837E427658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111" creationId="{E410955F-4C99-8719-9238-BB76A5D79C52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342" creationId="{FD56F190-F1A4-E2D2-AF45-949408F13067}"/>
          </ac:spMkLst>
        </pc:spChg>
        <pc:spChg chg="del">
          <ac:chgData name="Phan Thanh Duy" userId="7fe205da-551d-4fae-b045-58d66fb40073" providerId="ADAL" clId="{A441D81C-AEF8-464D-902E-B6449B34371D}" dt="2026-10-06T03:57:14.524" v="1401" actId="478"/>
          <ac:spMkLst>
            <pc:docMk/>
            <pc:sldMk cId="3371537904" sldId="318"/>
            <ac:spMk id="1348" creationId="{FAFE983D-98DE-9FC6-635D-808647F5D16A}"/>
          </ac:spMkLst>
        </pc:spChg>
        <pc:grpChg chg="mod">
          <ac:chgData name="Phan Thanh Duy" userId="7fe205da-551d-4fae-b045-58d66fb40073" providerId="ADAL" clId="{A441D81C-AEF8-464D-902E-B6449B34371D}" dt="2026-10-06T06:25:16.138" v="1694" actId="1076"/>
          <ac:grpSpMkLst>
            <pc:docMk/>
            <pc:sldMk cId="3371537904" sldId="318"/>
            <ac:grpSpMk id="1056" creationId="{625944F9-0A4A-0CF5-AEB4-18E0C953F7E0}"/>
          </ac:grpSpMkLst>
        </pc:grpChg>
        <pc:picChg chg="add mod">
          <ac:chgData name="Phan Thanh Duy" userId="7fe205da-551d-4fae-b045-58d66fb40073" providerId="ADAL" clId="{A441D81C-AEF8-464D-902E-B6449B34371D}" dt="2026-10-06T06:39:08.054" v="1807" actId="1076"/>
          <ac:picMkLst>
            <pc:docMk/>
            <pc:sldMk cId="3371537904" sldId="318"/>
            <ac:picMk id="12" creationId="{1DA53A22-E522-222F-0242-B269022E0B02}"/>
          </ac:picMkLst>
        </pc:picChg>
        <pc:picChg chg="add mod">
          <ac:chgData name="Phan Thanh Duy" userId="7fe205da-551d-4fae-b045-58d66fb40073" providerId="ADAL" clId="{A441D81C-AEF8-464D-902E-B6449B34371D}" dt="2026-10-06T06:39:08.054" v="1807" actId="1076"/>
          <ac:picMkLst>
            <pc:docMk/>
            <pc:sldMk cId="3371537904" sldId="318"/>
            <ac:picMk id="18" creationId="{14FADED8-D5BB-2987-BC5B-53054F813AD8}"/>
          </ac:picMkLst>
        </pc:picChg>
        <pc:cxnChg chg="add del mod">
          <ac:chgData name="Phan Thanh Duy" userId="7fe205da-551d-4fae-b045-58d66fb40073" providerId="ADAL" clId="{A441D81C-AEF8-464D-902E-B6449B34371D}" dt="2026-10-06T03:57:36.676" v="1407" actId="478"/>
          <ac:cxnSpMkLst>
            <pc:docMk/>
            <pc:sldMk cId="3371537904" sldId="318"/>
            <ac:cxnSpMk id="3" creationId="{CF556555-534C-659A-C199-6EBCCF34F121}"/>
          </ac:cxnSpMkLst>
        </pc:cxnChg>
        <pc:cxnChg chg="add mod">
          <ac:chgData name="Phan Thanh Duy" userId="7fe205da-551d-4fae-b045-58d66fb40073" providerId="ADAL" clId="{A441D81C-AEF8-464D-902E-B6449B34371D}" dt="2026-10-06T06:05:22.317" v="1519" actId="962"/>
          <ac:cxnSpMkLst>
            <pc:docMk/>
            <pc:sldMk cId="3371537904" sldId="318"/>
            <ac:cxnSpMk id="7" creationId="{C903402A-10BA-FB6D-054F-C2262D3C3160}"/>
          </ac:cxnSpMkLst>
        </pc:cxnChg>
        <pc:cxnChg chg="mod">
          <ac:chgData name="Phan Thanh Duy" userId="7fe205da-551d-4fae-b045-58d66fb40073" providerId="ADAL" clId="{A441D81C-AEF8-464D-902E-B6449B34371D}" dt="2026-10-06T06:04:50.618" v="1517" actId="962"/>
          <ac:cxnSpMkLst>
            <pc:docMk/>
            <pc:sldMk cId="3371537904" sldId="318"/>
            <ac:cxnSpMk id="27" creationId="{101FEF39-780E-05F8-045E-C4092045D3CD}"/>
          </ac:cxnSpMkLst>
        </pc:cxnChg>
        <pc:cxnChg chg="del mod">
          <ac:chgData name="Phan Thanh Duy" userId="7fe205da-551d-4fae-b045-58d66fb40073" providerId="ADAL" clId="{A441D81C-AEF8-464D-902E-B6449B34371D}" dt="2026-10-06T03:57:23.772" v="1404" actId="478"/>
          <ac:cxnSpMkLst>
            <pc:docMk/>
            <pc:sldMk cId="3371537904" sldId="318"/>
            <ac:cxnSpMk id="1025" creationId="{309498D2-CC14-C95A-AD88-1F1310E9EF56}"/>
          </ac:cxnSpMkLst>
        </pc:cxnChg>
        <pc:cxnChg chg="del mod">
          <ac:chgData name="Phan Thanh Duy" userId="7fe205da-551d-4fae-b045-58d66fb40073" providerId="ADAL" clId="{A441D81C-AEF8-464D-902E-B6449B34371D}" dt="2026-10-06T03:57:19.759" v="1402" actId="478"/>
          <ac:cxnSpMkLst>
            <pc:docMk/>
            <pc:sldMk cId="3371537904" sldId="318"/>
            <ac:cxnSpMk id="1033" creationId="{2D450F7C-9AF7-A88C-36A4-D402A3E6208E}"/>
          </ac:cxnSpMkLst>
        </pc:cxnChg>
        <pc:cxnChg chg="del mod">
          <ac:chgData name="Phan Thanh Duy" userId="7fe205da-551d-4fae-b045-58d66fb40073" providerId="ADAL" clId="{A441D81C-AEF8-464D-902E-B6449B34371D}" dt="2026-10-06T03:57:14.524" v="1401" actId="478"/>
          <ac:cxnSpMkLst>
            <pc:docMk/>
            <pc:sldMk cId="3371537904" sldId="318"/>
            <ac:cxnSpMk id="1102" creationId="{63463918-3295-1E64-EA38-481A87B037B3}"/>
          </ac:cxnSpMkLst>
        </pc:cxnChg>
        <pc:cxnChg chg="del mod">
          <ac:chgData name="Phan Thanh Duy" userId="7fe205da-551d-4fae-b045-58d66fb40073" providerId="ADAL" clId="{A441D81C-AEF8-464D-902E-B6449B34371D}" dt="2026-10-06T03:57:14.524" v="1401" actId="478"/>
          <ac:cxnSpMkLst>
            <pc:docMk/>
            <pc:sldMk cId="3371537904" sldId="318"/>
            <ac:cxnSpMk id="1115" creationId="{718669E7-CC28-409F-6460-0A56B4E037AE}"/>
          </ac:cxnSpMkLst>
        </pc:cxnChg>
        <pc:cxnChg chg="del mod">
          <ac:chgData name="Phan Thanh Duy" userId="7fe205da-551d-4fae-b045-58d66fb40073" providerId="ADAL" clId="{A441D81C-AEF8-464D-902E-B6449B34371D}" dt="2026-10-06T03:57:14.524" v="1401" actId="478"/>
          <ac:cxnSpMkLst>
            <pc:docMk/>
            <pc:sldMk cId="3371537904" sldId="318"/>
            <ac:cxnSpMk id="1349" creationId="{710A995A-CB77-91B7-A7BE-AB211A3B208A}"/>
          </ac:cxnSpMkLst>
        </pc:cxnChg>
      </pc:sldChg>
      <pc:sldChg chg="add del">
        <pc:chgData name="Phan Thanh Duy" userId="7fe205da-551d-4fae-b045-58d66fb40073" providerId="ADAL" clId="{A441D81C-AEF8-464D-902E-B6449B34371D}" dt="2026-10-06T03:55:13.998" v="1384"/>
        <pc:sldMkLst>
          <pc:docMk/>
          <pc:sldMk cId="2103371489" sldId="319"/>
        </pc:sldMkLst>
      </pc:sldChg>
      <pc:sldChg chg="addSp delSp modSp add mod addAnim delAnim modAnim">
        <pc:chgData name="Phan Thanh Duy" userId="7fe205da-551d-4fae-b045-58d66fb40073" providerId="ADAL" clId="{A441D81C-AEF8-464D-902E-B6449B34371D}" dt="2026-10-06T06:59:44.422" v="1909" actId="14100"/>
        <pc:sldMkLst>
          <pc:docMk/>
          <pc:sldMk cId="3275686439" sldId="319"/>
        </pc:sldMkLst>
        <pc:spChg chg="del">
          <ac:chgData name="Phan Thanh Duy" userId="7fe205da-551d-4fae-b045-58d66fb40073" providerId="ADAL" clId="{A441D81C-AEF8-464D-902E-B6449B34371D}" dt="2026-10-06T06:28:49.068" v="1714" actId="478"/>
          <ac:spMkLst>
            <pc:docMk/>
            <pc:sldMk cId="3275686439" sldId="319"/>
            <ac:spMk id="3" creationId="{F6FC0737-C68D-0DBF-57B8-E4E1F26622F8}"/>
          </ac:spMkLst>
        </pc:spChg>
        <pc:spChg chg="del">
          <ac:chgData name="Phan Thanh Duy" userId="7fe205da-551d-4fae-b045-58d66fb40073" providerId="ADAL" clId="{A441D81C-AEF8-464D-902E-B6449B34371D}" dt="2026-10-06T06:36:59.312" v="1768" actId="478"/>
          <ac:spMkLst>
            <pc:docMk/>
            <pc:sldMk cId="3275686439" sldId="319"/>
            <ac:spMk id="5" creationId="{A5CE051C-0ECB-6AF3-1023-61555FC4C5E5}"/>
          </ac:spMkLst>
        </pc:spChg>
        <pc:spChg chg="add">
          <ac:chgData name="Phan Thanh Duy" userId="7fe205da-551d-4fae-b045-58d66fb40073" providerId="ADAL" clId="{A441D81C-AEF8-464D-902E-B6449B34371D}" dt="2026-10-06T06:28:20.466" v="1705" actId="22"/>
          <ac:spMkLst>
            <pc:docMk/>
            <pc:sldMk cId="3275686439" sldId="319"/>
            <ac:spMk id="6" creationId="{6D928B00-EC7A-DC85-A1CA-91F1AB8C56A4}"/>
          </ac:spMkLst>
        </pc:spChg>
        <pc:spChg chg="del">
          <ac:chgData name="Phan Thanh Duy" userId="7fe205da-551d-4fae-b045-58d66fb40073" providerId="ADAL" clId="{A441D81C-AEF8-464D-902E-B6449B34371D}" dt="2026-10-06T06:28:49.068" v="1714" actId="478"/>
          <ac:spMkLst>
            <pc:docMk/>
            <pc:sldMk cId="3275686439" sldId="319"/>
            <ac:spMk id="8" creationId="{3172766F-3AAF-CDAE-6284-0761E39FAB1C}"/>
          </ac:spMkLst>
        </pc:spChg>
        <pc:spChg chg="del">
          <ac:chgData name="Phan Thanh Duy" userId="7fe205da-551d-4fae-b045-58d66fb40073" providerId="ADAL" clId="{A441D81C-AEF8-464D-902E-B6449B34371D}" dt="2026-10-06T06:28:44.713" v="1713" actId="478"/>
          <ac:spMkLst>
            <pc:docMk/>
            <pc:sldMk cId="3275686439" sldId="319"/>
            <ac:spMk id="14" creationId="{BD207B38-FDD8-28FC-FB2F-BAA943735F3E}"/>
          </ac:spMkLst>
        </pc:spChg>
        <pc:spChg chg="del">
          <ac:chgData name="Phan Thanh Duy" userId="7fe205da-551d-4fae-b045-58d66fb40073" providerId="ADAL" clId="{A441D81C-AEF8-464D-902E-B6449B34371D}" dt="2026-10-06T06:28:44.713" v="1713" actId="478"/>
          <ac:spMkLst>
            <pc:docMk/>
            <pc:sldMk cId="3275686439" sldId="319"/>
            <ac:spMk id="16" creationId="{531F5773-CF07-DB1A-3FCC-A47BF2C5B6AC}"/>
          </ac:spMkLst>
        </pc:spChg>
        <pc:spChg chg="add mod">
          <ac:chgData name="Phan Thanh Duy" userId="7fe205da-551d-4fae-b045-58d66fb40073" providerId="ADAL" clId="{A441D81C-AEF8-464D-902E-B6449B34371D}" dt="2026-10-06T06:40:16.254" v="1813" actId="1076"/>
          <ac:spMkLst>
            <pc:docMk/>
            <pc:sldMk cId="3275686439" sldId="319"/>
            <ac:spMk id="17" creationId="{ACB155BD-E8ED-612F-236B-4A980AF802A5}"/>
          </ac:spMkLst>
        </pc:spChg>
        <pc:spChg chg="add mod">
          <ac:chgData name="Phan Thanh Duy" userId="7fe205da-551d-4fae-b045-58d66fb40073" providerId="ADAL" clId="{A441D81C-AEF8-464D-902E-B6449B34371D}" dt="2026-10-06T06:40:16.254" v="1813" actId="1076"/>
          <ac:spMkLst>
            <pc:docMk/>
            <pc:sldMk cId="3275686439" sldId="319"/>
            <ac:spMk id="22" creationId="{DFDDE10F-B2A7-1E87-B5D5-0A4A07C0C3D6}"/>
          </ac:spMkLst>
        </pc:spChg>
        <pc:spChg chg="del mod">
          <ac:chgData name="Phan Thanh Duy" userId="7fe205da-551d-4fae-b045-58d66fb40073" providerId="ADAL" clId="{A441D81C-AEF8-464D-902E-B6449B34371D}" dt="2026-10-06T06:28:42.243" v="1712" actId="478"/>
          <ac:spMkLst>
            <pc:docMk/>
            <pc:sldMk cId="3275686439" sldId="319"/>
            <ac:spMk id="1024" creationId="{8E35E3BA-DB13-760E-6AB8-79C92B30231D}"/>
          </ac:spMkLst>
        </pc:spChg>
        <pc:spChg chg="add mod ord">
          <ac:chgData name="Phan Thanh Duy" userId="7fe205da-551d-4fae-b045-58d66fb40073" providerId="ADAL" clId="{A441D81C-AEF8-464D-902E-B6449B34371D}" dt="2026-10-06T06:59:44.422" v="1909" actId="14100"/>
          <ac:spMkLst>
            <pc:docMk/>
            <pc:sldMk cId="3275686439" sldId="319"/>
            <ac:spMk id="1034" creationId="{D4BDCF0C-750D-B434-D5CF-77526E04AB80}"/>
          </ac:spMkLst>
        </pc:spChg>
        <pc:spChg chg="mod">
          <ac:chgData name="Phan Thanh Duy" userId="7fe205da-551d-4fae-b045-58d66fb40073" providerId="ADAL" clId="{A441D81C-AEF8-464D-902E-B6449B34371D}" dt="2026-10-06T06:38:25.266" v="1800"/>
          <ac:spMkLst>
            <pc:docMk/>
            <pc:sldMk cId="3275686439" sldId="319"/>
            <ac:spMk id="1039" creationId="{FBAD4EEC-FD83-2AC3-056A-96ABCF3AA357}"/>
          </ac:spMkLst>
        </pc:spChg>
        <pc:grpChg chg="del">
          <ac:chgData name="Phan Thanh Duy" userId="7fe205da-551d-4fae-b045-58d66fb40073" providerId="ADAL" clId="{A441D81C-AEF8-464D-902E-B6449B34371D}" dt="2026-10-06T06:28:44.713" v="1713" actId="478"/>
          <ac:grpSpMkLst>
            <pc:docMk/>
            <pc:sldMk cId="3275686439" sldId="319"/>
            <ac:grpSpMk id="1056" creationId="{412583AE-C5F6-04EB-E779-8B11610B5540}"/>
          </ac:grpSpMkLst>
        </pc:grpChg>
        <pc:grpChg chg="del">
          <ac:chgData name="Phan Thanh Duy" userId="7fe205da-551d-4fae-b045-58d66fb40073" providerId="ADAL" clId="{A441D81C-AEF8-464D-902E-B6449B34371D}" dt="2026-10-06T06:28:44.713" v="1713" actId="478"/>
          <ac:grpSpMkLst>
            <pc:docMk/>
            <pc:sldMk cId="3275686439" sldId="319"/>
            <ac:grpSpMk id="1061" creationId="{1716541F-A2CE-F579-1112-2C77B9F3DB31}"/>
          </ac:grpSpMkLst>
        </pc:grpChg>
        <pc:picChg chg="del">
          <ac:chgData name="Phan Thanh Duy" userId="7fe205da-551d-4fae-b045-58d66fb40073" providerId="ADAL" clId="{A441D81C-AEF8-464D-902E-B6449B34371D}" dt="2026-10-06T06:28:49.068" v="1714" actId="478"/>
          <ac:picMkLst>
            <pc:docMk/>
            <pc:sldMk cId="3275686439" sldId="319"/>
            <ac:picMk id="12" creationId="{C3E7C9B8-5160-CAAA-5AC5-38991A063EF0}"/>
          </ac:picMkLst>
        </pc:picChg>
        <pc:picChg chg="del">
          <ac:chgData name="Phan Thanh Duy" userId="7fe205da-551d-4fae-b045-58d66fb40073" providerId="ADAL" clId="{A441D81C-AEF8-464D-902E-B6449B34371D}" dt="2026-10-06T06:28:44.713" v="1713" actId="478"/>
          <ac:picMkLst>
            <pc:docMk/>
            <pc:sldMk cId="3275686439" sldId="319"/>
            <ac:picMk id="18" creationId="{32D096B1-3518-E661-D9B2-538DE752AAA1}"/>
          </ac:picMkLst>
        </pc:picChg>
        <pc:picChg chg="add del mod">
          <ac:chgData name="Phan Thanh Duy" userId="7fe205da-551d-4fae-b045-58d66fb40073" providerId="ADAL" clId="{A441D81C-AEF8-464D-902E-B6449B34371D}" dt="2026-10-06T06:30:03.936" v="1724" actId="478"/>
          <ac:picMkLst>
            <pc:docMk/>
            <pc:sldMk cId="3275686439" sldId="319"/>
            <ac:picMk id="19" creationId="{6843EB07-957C-B804-D01D-60B0E2A6942F}"/>
          </ac:picMkLst>
        </pc:picChg>
        <pc:picChg chg="add mod">
          <ac:chgData name="Phan Thanh Duy" userId="7fe205da-551d-4fae-b045-58d66fb40073" providerId="ADAL" clId="{A441D81C-AEF8-464D-902E-B6449B34371D}" dt="2026-10-06T06:40:18.988" v="1814" actId="1076"/>
          <ac:picMkLst>
            <pc:docMk/>
            <pc:sldMk cId="3275686439" sldId="319"/>
            <ac:picMk id="20" creationId="{5E678B7F-E625-DE2F-D89C-E40E244AEC61}"/>
          </ac:picMkLst>
        </pc:picChg>
        <pc:cxnChg chg="add mod">
          <ac:chgData name="Phan Thanh Duy" userId="7fe205da-551d-4fae-b045-58d66fb40073" providerId="ADAL" clId="{A441D81C-AEF8-464D-902E-B6449B34371D}" dt="2026-10-06T06:28:23.384" v="1706"/>
          <ac:cxnSpMkLst>
            <pc:docMk/>
            <pc:sldMk cId="3275686439" sldId="319"/>
            <ac:cxnSpMk id="10" creationId="{8BBF1135-C201-0BB9-5639-8FF721AC599A}"/>
          </ac:cxnSpMkLst>
        </pc:cxnChg>
        <pc:cxnChg chg="add mod">
          <ac:chgData name="Phan Thanh Duy" userId="7fe205da-551d-4fae-b045-58d66fb40073" providerId="ADAL" clId="{A441D81C-AEF8-464D-902E-B6449B34371D}" dt="2026-10-06T06:28:37.522" v="1710"/>
          <ac:cxnSpMkLst>
            <pc:docMk/>
            <pc:sldMk cId="3275686439" sldId="319"/>
            <ac:cxnSpMk id="13" creationId="{961D5F97-7F71-809C-D64F-62E740808C74}"/>
          </ac:cxnSpMkLst>
        </pc:cxnChg>
        <pc:cxnChg chg="add mod">
          <ac:chgData name="Phan Thanh Duy" userId="7fe205da-551d-4fae-b045-58d66fb40073" providerId="ADAL" clId="{A441D81C-AEF8-464D-902E-B6449B34371D}" dt="2026-10-06T06:47:04.610" v="1848" actId="962"/>
          <ac:cxnSpMkLst>
            <pc:docMk/>
            <pc:sldMk cId="3275686439" sldId="319"/>
            <ac:cxnSpMk id="24" creationId="{03CEB09B-C7D4-C731-6D1A-0E069E568DCD}"/>
          </ac:cxnSpMkLst>
        </pc:cxnChg>
        <pc:cxnChg chg="add mod">
          <ac:chgData name="Phan Thanh Duy" userId="7fe205da-551d-4fae-b045-58d66fb40073" providerId="ADAL" clId="{A441D81C-AEF8-464D-902E-B6449B34371D}" dt="2026-10-06T06:35:24.235" v="1753" actId="1076"/>
          <ac:cxnSpMkLst>
            <pc:docMk/>
            <pc:sldMk cId="3275686439" sldId="319"/>
            <ac:cxnSpMk id="29" creationId="{C966B800-3B70-1C6D-072D-A2821A7C8BB6}"/>
          </ac:cxnSpMkLst>
        </pc:cxnChg>
        <pc:cxnChg chg="add mod">
          <ac:chgData name="Phan Thanh Duy" userId="7fe205da-551d-4fae-b045-58d66fb40073" providerId="ADAL" clId="{A441D81C-AEF8-464D-902E-B6449B34371D}" dt="2026-10-06T06:35:53.234" v="1762" actId="14100"/>
          <ac:cxnSpMkLst>
            <pc:docMk/>
            <pc:sldMk cId="3275686439" sldId="319"/>
            <ac:cxnSpMk id="1025" creationId="{07C7F881-B4AE-1F19-BFB5-CEFCEA9E1DC7}"/>
          </ac:cxnSpMkLst>
        </pc:cxnChg>
      </pc:sldChg>
      <pc:sldChg chg="delSp modSp add del mod ord">
        <pc:chgData name="Phan Thanh Duy" userId="7fe205da-551d-4fae-b045-58d66fb40073" providerId="ADAL" clId="{A441D81C-AEF8-464D-902E-B6449B34371D}" dt="2026-10-06T06:28:12.865" v="1703" actId="47"/>
        <pc:sldMkLst>
          <pc:docMk/>
          <pc:sldMk cId="3295629829" sldId="319"/>
        </pc:sldMkLst>
        <pc:spChg chg="mod">
          <ac:chgData name="Phan Thanh Duy" userId="7fe205da-551d-4fae-b045-58d66fb40073" providerId="ADAL" clId="{A441D81C-AEF8-464D-902E-B6449B34371D}" dt="2026-10-06T06:28:10.986" v="1702" actId="6549"/>
          <ac:spMkLst>
            <pc:docMk/>
            <pc:sldMk cId="3295629829" sldId="319"/>
            <ac:spMk id="1032" creationId="{042C8873-BAC4-3643-2E0C-C9FA4A23E234}"/>
          </ac:spMkLst>
        </pc:spChg>
        <pc:spChg chg="del">
          <ac:chgData name="Phan Thanh Duy" userId="7fe205da-551d-4fae-b045-58d66fb40073" providerId="ADAL" clId="{A441D81C-AEF8-464D-902E-B6449B34371D}" dt="2026-10-06T06:27:53.647" v="1700" actId="478"/>
          <ac:spMkLst>
            <pc:docMk/>
            <pc:sldMk cId="3295629829" sldId="319"/>
            <ac:spMk id="1052" creationId="{DDBEF92C-9F1D-2841-4A7B-B843324EB0FF}"/>
          </ac:spMkLst>
        </pc:spChg>
        <pc:spChg chg="del">
          <ac:chgData name="Phan Thanh Duy" userId="7fe205da-551d-4fae-b045-58d66fb40073" providerId="ADAL" clId="{A441D81C-AEF8-464D-902E-B6449B34371D}" dt="2026-10-06T06:27:53.647" v="1700" actId="478"/>
          <ac:spMkLst>
            <pc:docMk/>
            <pc:sldMk cId="3295629829" sldId="319"/>
            <ac:spMk id="1109" creationId="{BA34E07A-8AA3-DADE-0F39-595D797734C0}"/>
          </ac:spMkLst>
        </pc:spChg>
        <pc:spChg chg="del">
          <ac:chgData name="Phan Thanh Duy" userId="7fe205da-551d-4fae-b045-58d66fb40073" providerId="ADAL" clId="{A441D81C-AEF8-464D-902E-B6449B34371D}" dt="2026-10-06T06:27:53.647" v="1700" actId="478"/>
          <ac:spMkLst>
            <pc:docMk/>
            <pc:sldMk cId="3295629829" sldId="319"/>
            <ac:spMk id="1111" creationId="{411FC549-FA36-61C0-FD16-D62E174D6193}"/>
          </ac:spMkLst>
        </pc:spChg>
        <pc:spChg chg="del">
          <ac:chgData name="Phan Thanh Duy" userId="7fe205da-551d-4fae-b045-58d66fb40073" providerId="ADAL" clId="{A441D81C-AEF8-464D-902E-B6449B34371D}" dt="2026-10-06T06:27:53.647" v="1700" actId="478"/>
          <ac:spMkLst>
            <pc:docMk/>
            <pc:sldMk cId="3295629829" sldId="319"/>
            <ac:spMk id="1342" creationId="{961C81DD-77E0-54CE-CB7F-49B6E9FC4661}"/>
          </ac:spMkLst>
        </pc:spChg>
        <pc:spChg chg="del">
          <ac:chgData name="Phan Thanh Duy" userId="7fe205da-551d-4fae-b045-58d66fb40073" providerId="ADAL" clId="{A441D81C-AEF8-464D-902E-B6449B34371D}" dt="2026-10-06T06:27:53.647" v="1700" actId="478"/>
          <ac:spMkLst>
            <pc:docMk/>
            <pc:sldMk cId="3295629829" sldId="319"/>
            <ac:spMk id="1348" creationId="{DF6935BE-EFA7-658F-A200-9E8D93D205FE}"/>
          </ac:spMkLst>
        </pc:spChg>
        <pc:cxnChg chg="del mod">
          <ac:chgData name="Phan Thanh Duy" userId="7fe205da-551d-4fae-b045-58d66fb40073" providerId="ADAL" clId="{A441D81C-AEF8-464D-902E-B6449B34371D}" dt="2026-10-06T06:28:01.692" v="1701" actId="478"/>
          <ac:cxnSpMkLst>
            <pc:docMk/>
            <pc:sldMk cId="3295629829" sldId="319"/>
            <ac:cxnSpMk id="1102" creationId="{58869CBD-484E-7A37-EFC4-0C532BCBD04C}"/>
          </ac:cxnSpMkLst>
        </pc:cxnChg>
        <pc:cxnChg chg="del mod">
          <ac:chgData name="Phan Thanh Duy" userId="7fe205da-551d-4fae-b045-58d66fb40073" providerId="ADAL" clId="{A441D81C-AEF8-464D-902E-B6449B34371D}" dt="2026-10-06T06:27:53.647" v="1700" actId="478"/>
          <ac:cxnSpMkLst>
            <pc:docMk/>
            <pc:sldMk cId="3295629829" sldId="319"/>
            <ac:cxnSpMk id="1112" creationId="{7C2DCE22-D05A-39BE-C54C-F8832CFC72DE}"/>
          </ac:cxnSpMkLst>
        </pc:cxnChg>
        <pc:cxnChg chg="del mod">
          <ac:chgData name="Phan Thanh Duy" userId="7fe205da-551d-4fae-b045-58d66fb40073" providerId="ADAL" clId="{A441D81C-AEF8-464D-902E-B6449B34371D}" dt="2026-10-06T06:27:53.647" v="1700" actId="478"/>
          <ac:cxnSpMkLst>
            <pc:docMk/>
            <pc:sldMk cId="3295629829" sldId="319"/>
            <ac:cxnSpMk id="1115" creationId="{8E2E4DBC-1888-80B6-C3C3-F2248686A1D7}"/>
          </ac:cxnSpMkLst>
        </pc:cxnChg>
        <pc:cxnChg chg="del mod">
          <ac:chgData name="Phan Thanh Duy" userId="7fe205da-551d-4fae-b045-58d66fb40073" providerId="ADAL" clId="{A441D81C-AEF8-464D-902E-B6449B34371D}" dt="2026-10-06T06:27:53.647" v="1700" actId="478"/>
          <ac:cxnSpMkLst>
            <pc:docMk/>
            <pc:sldMk cId="3295629829" sldId="319"/>
            <ac:cxnSpMk id="1343" creationId="{37893703-F996-1D2A-95B9-4B786E3CD0A8}"/>
          </ac:cxnSpMkLst>
        </pc:cxnChg>
        <pc:cxnChg chg="del mod">
          <ac:chgData name="Phan Thanh Duy" userId="7fe205da-551d-4fae-b045-58d66fb40073" providerId="ADAL" clId="{A441D81C-AEF8-464D-902E-B6449B34371D}" dt="2026-10-06T06:27:53.647" v="1700" actId="478"/>
          <ac:cxnSpMkLst>
            <pc:docMk/>
            <pc:sldMk cId="3295629829" sldId="319"/>
            <ac:cxnSpMk id="1349" creationId="{D6BF8959-2A7B-5132-2A39-C88F237324D7}"/>
          </ac:cxnSpMkLst>
        </pc:cxnChg>
      </pc:sldChg>
      <pc:sldChg chg="addSp delSp modSp add mod modTransition addAnim delAnim modAnim">
        <pc:chgData name="Phan Thanh Duy" userId="7fe205da-551d-4fae-b045-58d66fb40073" providerId="ADAL" clId="{A441D81C-AEF8-464D-902E-B6449B34371D}" dt="2026-10-06T07:01:05.968" v="1920" actId="478"/>
        <pc:sldMkLst>
          <pc:docMk/>
          <pc:sldMk cId="2251343422" sldId="320"/>
        </pc:sldMkLst>
        <pc:spChg chg="add del">
          <ac:chgData name="Phan Thanh Duy" userId="7fe205da-551d-4fae-b045-58d66fb40073" providerId="ADAL" clId="{A441D81C-AEF8-464D-902E-B6449B34371D}" dt="2026-10-06T06:41:00.545" v="1817" actId="22"/>
          <ac:spMkLst>
            <pc:docMk/>
            <pc:sldMk cId="2251343422" sldId="320"/>
            <ac:spMk id="3" creationId="{2B2679C6-0FDA-F746-A74B-FCF6D2292EFD}"/>
          </ac:spMkLst>
        </pc:spChg>
        <pc:spChg chg="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4" creationId="{C8F145AF-4031-4AEE-60D9-735C60D9A547}"/>
          </ac:spMkLst>
        </pc:spChg>
        <pc:spChg chg="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6" creationId="{FE8AB7D2-B6AC-583F-D695-6E297C5C2405}"/>
          </ac:spMkLst>
        </pc:spChg>
        <pc:spChg chg="add 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8" creationId="{0CB3E866-207D-4DD1-F951-495AB342C045}"/>
          </ac:spMkLst>
        </pc:spChg>
        <pc:spChg chg="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9" creationId="{5FA0759E-EDB3-2D08-7D3C-446157F12A59}"/>
          </ac:spMkLst>
        </pc:spChg>
        <pc:spChg chg="add 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12" creationId="{0E8092EB-43CE-5265-74F5-CF9ABEC56E20}"/>
          </ac:spMkLst>
        </pc:spChg>
        <pc:spChg chg="add del">
          <ac:chgData name="Phan Thanh Duy" userId="7fe205da-551d-4fae-b045-58d66fb40073" providerId="ADAL" clId="{A441D81C-AEF8-464D-902E-B6449B34371D}" dt="2026-10-06T06:53:07.580" v="1862" actId="22"/>
          <ac:spMkLst>
            <pc:docMk/>
            <pc:sldMk cId="2251343422" sldId="320"/>
            <ac:spMk id="16" creationId="{CBE3728F-20B9-4C0E-0C04-67EFEEBCAD76}"/>
          </ac:spMkLst>
        </pc:spChg>
        <pc:spChg chg="del">
          <ac:chgData name="Phan Thanh Duy" userId="7fe205da-551d-4fae-b045-58d66fb40073" providerId="ADAL" clId="{A441D81C-AEF8-464D-902E-B6449B34371D}" dt="2026-10-06T06:41:19.468" v="1819" actId="478"/>
          <ac:spMkLst>
            <pc:docMk/>
            <pc:sldMk cId="2251343422" sldId="320"/>
            <ac:spMk id="17" creationId="{F490660C-C23C-B263-622D-768BE76821D9}"/>
          </ac:spMkLst>
        </pc:spChg>
        <pc:spChg chg="add mod">
          <ac:chgData name="Phan Thanh Duy" userId="7fe205da-551d-4fae-b045-58d66fb40073" providerId="ADAL" clId="{A441D81C-AEF8-464D-902E-B6449B34371D}" dt="2026-10-06T06:56:52.653" v="1874" actId="1076"/>
          <ac:spMkLst>
            <pc:docMk/>
            <pc:sldMk cId="2251343422" sldId="320"/>
            <ac:spMk id="19" creationId="{3AA3A210-D3D0-A45C-1E98-0A9EB22E418E}"/>
          </ac:spMkLst>
        </pc:spChg>
        <pc:spChg chg="del">
          <ac:chgData name="Phan Thanh Duy" userId="7fe205da-551d-4fae-b045-58d66fb40073" providerId="ADAL" clId="{A441D81C-AEF8-464D-902E-B6449B34371D}" dt="2026-10-06T06:41:19.468" v="1819" actId="478"/>
          <ac:spMkLst>
            <pc:docMk/>
            <pc:sldMk cId="2251343422" sldId="320"/>
            <ac:spMk id="22" creationId="{245CF0A5-E610-7473-0A63-3DF1E78C1C30}"/>
          </ac:spMkLst>
        </pc:spChg>
        <pc:spChg chg="mod">
          <ac:chgData name="Phan Thanh Duy" userId="7fe205da-551d-4fae-b045-58d66fb40073" providerId="ADAL" clId="{A441D81C-AEF8-464D-902E-B6449B34371D}" dt="2026-10-06T06:42:12.461" v="1826" actId="1076"/>
          <ac:spMkLst>
            <pc:docMk/>
            <pc:sldMk cId="2251343422" sldId="320"/>
            <ac:spMk id="26" creationId="{4D157BEA-18BF-3CFC-69DE-07F4EDBBC54D}"/>
          </ac:spMkLst>
        </pc:spChg>
        <pc:spChg chg="add del mod">
          <ac:chgData name="Phan Thanh Duy" userId="7fe205da-551d-4fae-b045-58d66fb40073" providerId="ADAL" clId="{A441D81C-AEF8-464D-902E-B6449B34371D}" dt="2026-10-06T07:01:05.968" v="1920" actId="478"/>
          <ac:spMkLst>
            <pc:docMk/>
            <pc:sldMk cId="2251343422" sldId="320"/>
            <ac:spMk id="1033" creationId="{FD1BAD1C-4844-508E-30FA-3A2CA6DB8855}"/>
          </ac:spMkLst>
        </pc:spChg>
        <pc:spChg chg="add mod ord">
          <ac:chgData name="Phan Thanh Duy" userId="7fe205da-551d-4fae-b045-58d66fb40073" providerId="ADAL" clId="{A441D81C-AEF8-464D-902E-B6449B34371D}" dt="2026-10-06T06:59:22.072" v="1902" actId="14100"/>
          <ac:spMkLst>
            <pc:docMk/>
            <pc:sldMk cId="2251343422" sldId="320"/>
            <ac:spMk id="1035" creationId="{2C3C9BFC-E239-0BFE-F44C-DE900A9FFDF2}"/>
          </ac:spMkLst>
        </pc:spChg>
        <pc:spChg chg="add del mod">
          <ac:chgData name="Phan Thanh Duy" userId="7fe205da-551d-4fae-b045-58d66fb40073" providerId="ADAL" clId="{A441D81C-AEF8-464D-902E-B6449B34371D}" dt="2026-10-06T07:00:50.106" v="1917" actId="478"/>
          <ac:spMkLst>
            <pc:docMk/>
            <pc:sldMk cId="2251343422" sldId="320"/>
            <ac:spMk id="1037" creationId="{EB0721F3-2420-1DF6-08D0-C7F6E62987BA}"/>
          </ac:spMkLst>
        </pc:spChg>
        <pc:spChg chg="add mod">
          <ac:chgData name="Phan Thanh Duy" userId="7fe205da-551d-4fae-b045-58d66fb40073" providerId="ADAL" clId="{A441D81C-AEF8-464D-902E-B6449B34371D}" dt="2026-10-06T07:00:48.687" v="1914" actId="1076"/>
          <ac:spMkLst>
            <pc:docMk/>
            <pc:sldMk cId="2251343422" sldId="320"/>
            <ac:spMk id="1038" creationId="{7A723AFA-E8DB-7601-DFD1-9E21A3460746}"/>
          </ac:spMkLst>
        </pc:spChg>
        <pc:spChg chg="add mod">
          <ac:chgData name="Phan Thanh Duy" userId="7fe205da-551d-4fae-b045-58d66fb40073" providerId="ADAL" clId="{A441D81C-AEF8-464D-902E-B6449B34371D}" dt="2026-10-06T07:00:49.373" v="1916"/>
          <ac:spMkLst>
            <pc:docMk/>
            <pc:sldMk cId="2251343422" sldId="320"/>
            <ac:spMk id="1040" creationId="{0AB0D16F-F658-FFB1-0B1B-9FAE19B3B07A}"/>
          </ac:spMkLst>
        </pc:spChg>
        <pc:spChg chg="add mod">
          <ac:chgData name="Phan Thanh Duy" userId="7fe205da-551d-4fae-b045-58d66fb40073" providerId="ADAL" clId="{A441D81C-AEF8-464D-902E-B6449B34371D}" dt="2026-10-06T07:00:48.687" v="1914" actId="1076"/>
          <ac:spMkLst>
            <pc:docMk/>
            <pc:sldMk cId="2251343422" sldId="320"/>
            <ac:spMk id="1041" creationId="{32D26E0B-8950-6CC2-2491-75F7B207A8A0}"/>
          </ac:spMkLst>
        </pc:spChg>
        <pc:picChg chg="mod">
          <ac:chgData name="Phan Thanh Duy" userId="7fe205da-551d-4fae-b045-58d66fb40073" providerId="ADAL" clId="{A441D81C-AEF8-464D-902E-B6449B34371D}" dt="2026-10-06T06:56:57.896" v="1876" actId="1076"/>
          <ac:picMkLst>
            <pc:docMk/>
            <pc:sldMk cId="2251343422" sldId="320"/>
            <ac:picMk id="20" creationId="{78FA93D2-854F-8475-5720-9891B27702E9}"/>
          </ac:picMkLst>
        </pc:picChg>
        <pc:cxnChg chg="mod">
          <ac:chgData name="Phan Thanh Duy" userId="7fe205da-551d-4fae-b045-58d66fb40073" providerId="ADAL" clId="{A441D81C-AEF8-464D-902E-B6449B34371D}" dt="2026-10-06T06:42:12.461" v="1826" actId="1076"/>
          <ac:cxnSpMkLst>
            <pc:docMk/>
            <pc:sldMk cId="2251343422" sldId="320"/>
            <ac:cxnSpMk id="7" creationId="{60897FDA-3572-564B-D677-3D0DDE5C9D16}"/>
          </ac:cxnSpMkLst>
        </pc:cxnChg>
        <pc:cxnChg chg="mod">
          <ac:chgData name="Phan Thanh Duy" userId="7fe205da-551d-4fae-b045-58d66fb40073" providerId="ADAL" clId="{A441D81C-AEF8-464D-902E-B6449B34371D}" dt="2026-10-06T06:42:12.461" v="1826" actId="1076"/>
          <ac:cxnSpMkLst>
            <pc:docMk/>
            <pc:sldMk cId="2251343422" sldId="320"/>
            <ac:cxnSpMk id="11" creationId="{666838D1-9592-9E8B-3A4B-119ADA16D25A}"/>
          </ac:cxnSpMkLst>
        </pc:cxnChg>
        <pc:cxnChg chg="add mod">
          <ac:chgData name="Phan Thanh Duy" userId="7fe205da-551d-4fae-b045-58d66fb40073" providerId="ADAL" clId="{A441D81C-AEF8-464D-902E-B6449B34371D}" dt="2026-10-06T06:48:32.455" v="1849" actId="962"/>
          <ac:cxnSpMkLst>
            <pc:docMk/>
            <pc:sldMk cId="2251343422" sldId="320"/>
            <ac:cxnSpMk id="13" creationId="{F7C817CB-BD85-418D-5332-988B4C35E4F9}"/>
          </ac:cxnSpMkLst>
        </pc:cxnChg>
        <pc:cxnChg chg="add mod">
          <ac:chgData name="Phan Thanh Duy" userId="7fe205da-551d-4fae-b045-58d66fb40073" providerId="ADAL" clId="{A441D81C-AEF8-464D-902E-B6449B34371D}" dt="2026-10-06T06:41:54.196" v="1823" actId="1076"/>
          <ac:cxnSpMkLst>
            <pc:docMk/>
            <pc:sldMk cId="2251343422" sldId="320"/>
            <ac:cxnSpMk id="14" creationId="{55B3CBC7-451D-237E-528B-47F808998BEE}"/>
          </ac:cxnSpMkLst>
        </pc:cxnChg>
        <pc:cxnChg chg="del mod">
          <ac:chgData name="Phan Thanh Duy" userId="7fe205da-551d-4fae-b045-58d66fb40073" providerId="ADAL" clId="{A441D81C-AEF8-464D-902E-B6449B34371D}" dt="2026-10-06T06:41:19.468" v="1819" actId="478"/>
          <ac:cxnSpMkLst>
            <pc:docMk/>
            <pc:sldMk cId="2251343422" sldId="320"/>
            <ac:cxnSpMk id="24" creationId="{ECAA6740-94E0-AAD9-5E15-865589D77FB6}"/>
          </ac:cxnSpMkLst>
        </pc:cxnChg>
        <pc:cxnChg chg="mod">
          <ac:chgData name="Phan Thanh Duy" userId="7fe205da-551d-4fae-b045-58d66fb40073" providerId="ADAL" clId="{A441D81C-AEF8-464D-902E-B6449B34371D}" dt="2026-10-06T06:42:12.461" v="1826" actId="1076"/>
          <ac:cxnSpMkLst>
            <pc:docMk/>
            <pc:sldMk cId="2251343422" sldId="320"/>
            <ac:cxnSpMk id="27" creationId="{B9B8162B-3576-75A5-95A5-1AA860741F2E}"/>
          </ac:cxnSpMkLst>
        </pc:cxnChg>
        <pc:cxnChg chg="del mod">
          <ac:chgData name="Phan Thanh Duy" userId="7fe205da-551d-4fae-b045-58d66fb40073" providerId="ADAL" clId="{A441D81C-AEF8-464D-902E-B6449B34371D}" dt="2026-10-06T06:42:15.531" v="1827" actId="478"/>
          <ac:cxnSpMkLst>
            <pc:docMk/>
            <pc:sldMk cId="2251343422" sldId="320"/>
            <ac:cxnSpMk id="29" creationId="{10B856BD-7082-8F8D-CBEB-2FB92C695F08}"/>
          </ac:cxnSpMkLst>
        </pc:cxnChg>
        <pc:cxnChg chg="add mod">
          <ac:chgData name="Phan Thanh Duy" userId="7fe205da-551d-4fae-b045-58d66fb40073" providerId="ADAL" clId="{A441D81C-AEF8-464D-902E-B6449B34371D}" dt="2026-10-06T06:57:28.237" v="1889" actId="14100"/>
          <ac:cxnSpMkLst>
            <pc:docMk/>
            <pc:sldMk cId="2251343422" sldId="320"/>
            <ac:cxnSpMk id="30" creationId="{7EA4A336-B849-8556-8C33-2B3E961926CA}"/>
          </ac:cxnSpMkLst>
        </pc:cxnChg>
        <pc:cxnChg chg="mod">
          <ac:chgData name="Phan Thanh Duy" userId="7fe205da-551d-4fae-b045-58d66fb40073" providerId="ADAL" clId="{A441D81C-AEF8-464D-902E-B6449B34371D}" dt="2026-10-06T06:57:08.981" v="1880" actId="14100"/>
          <ac:cxnSpMkLst>
            <pc:docMk/>
            <pc:sldMk cId="2251343422" sldId="320"/>
            <ac:cxnSpMk id="1025" creationId="{020CC4BF-5B77-3B42-A61A-3BC1437CCCA2}"/>
          </ac:cxnSpMkLst>
        </pc:cxnChg>
        <pc:cxnChg chg="add mod">
          <ac:chgData name="Phan Thanh Duy" userId="7fe205da-551d-4fae-b045-58d66fb40073" providerId="ADAL" clId="{A441D81C-AEF8-464D-902E-B6449B34371D}" dt="2026-10-06T06:57:34.901" v="1891" actId="1076"/>
          <ac:cxnSpMkLst>
            <pc:docMk/>
            <pc:sldMk cId="2251343422" sldId="320"/>
            <ac:cxnSpMk id="1031" creationId="{2BFEAD1F-F2D0-1017-FD2E-1AC060339A4B}"/>
          </ac:cxnSpMkLst>
        </pc:cxnChg>
        <pc:cxnChg chg="add mod">
          <ac:chgData name="Phan Thanh Duy" userId="7fe205da-551d-4fae-b045-58d66fb40073" providerId="ADAL" clId="{A441D81C-AEF8-464D-902E-B6449B34371D}" dt="2026-10-06T06:57:38.983" v="1893" actId="1076"/>
          <ac:cxnSpMkLst>
            <pc:docMk/>
            <pc:sldMk cId="2251343422" sldId="320"/>
            <ac:cxnSpMk id="1032" creationId="{1EA8E95F-58F7-9306-9ABF-E5DA1B078B75}"/>
          </ac:cxnSpMkLst>
        </pc:cxnChg>
      </pc:sldChg>
      <pc:sldChg chg="addSp delSp modSp add mod modTransition modAnim">
        <pc:chgData name="Phan Thanh Duy" userId="7fe205da-551d-4fae-b045-58d66fb40073" providerId="ADAL" clId="{A441D81C-AEF8-464D-902E-B6449B34371D}" dt="2026-10-06T07:02:43.029" v="1921" actId="478"/>
        <pc:sldMkLst>
          <pc:docMk/>
          <pc:sldMk cId="2365168681" sldId="321"/>
        </pc:sldMkLst>
        <pc:spChg chg="add">
          <ac:chgData name="Phan Thanh Duy" userId="7fe205da-551d-4fae-b045-58d66fb40073" providerId="ADAL" clId="{A441D81C-AEF8-464D-902E-B6449B34371D}" dt="2026-10-06T06:44:43.783" v="1841" actId="22"/>
          <ac:spMkLst>
            <pc:docMk/>
            <pc:sldMk cId="2365168681" sldId="321"/>
            <ac:spMk id="3" creationId="{9F6DEF1A-5F50-578D-AFD0-6826753391AC}"/>
          </ac:spMkLst>
        </pc:spChg>
        <pc:spChg chg="add mod">
          <ac:chgData name="Phan Thanh Duy" userId="7fe205da-551d-4fae-b045-58d66fb40073" providerId="ADAL" clId="{A441D81C-AEF8-464D-902E-B6449B34371D}" dt="2026-10-06T06:45:20.850" v="1842"/>
          <ac:spMkLst>
            <pc:docMk/>
            <pc:sldMk cId="2365168681" sldId="321"/>
            <ac:spMk id="5" creationId="{C975EDB1-1BA5-495D-8EAE-A6E7606F799D}"/>
          </ac:spMkLst>
        </pc:spChg>
        <pc:spChg chg="del">
          <ac:chgData name="Phan Thanh Duy" userId="7fe205da-551d-4fae-b045-58d66fb40073" providerId="ADAL" clId="{A441D81C-AEF8-464D-902E-B6449B34371D}" dt="2026-10-06T06:45:28.681" v="1844" actId="478"/>
          <ac:spMkLst>
            <pc:docMk/>
            <pc:sldMk cId="2365168681" sldId="321"/>
            <ac:spMk id="17" creationId="{4F1BBFE1-2124-6D30-051B-24DEEAE52E1D}"/>
          </ac:spMkLst>
        </pc:spChg>
        <pc:spChg chg="del">
          <ac:chgData name="Phan Thanh Duy" userId="7fe205da-551d-4fae-b045-58d66fb40073" providerId="ADAL" clId="{A441D81C-AEF8-464D-902E-B6449B34371D}" dt="2026-10-06T06:45:28.681" v="1844" actId="478"/>
          <ac:spMkLst>
            <pc:docMk/>
            <pc:sldMk cId="2365168681" sldId="321"/>
            <ac:spMk id="22" creationId="{9E3D067C-AB05-6E25-1D76-18A1BB7BFBBC}"/>
          </ac:spMkLst>
        </pc:spChg>
        <pc:picChg chg="del">
          <ac:chgData name="Phan Thanh Duy" userId="7fe205da-551d-4fae-b045-58d66fb40073" providerId="ADAL" clId="{A441D81C-AEF8-464D-902E-B6449B34371D}" dt="2026-10-06T06:45:25.922" v="1843" actId="478"/>
          <ac:picMkLst>
            <pc:docMk/>
            <pc:sldMk cId="2365168681" sldId="321"/>
            <ac:picMk id="20" creationId="{FC14E014-9857-C951-C332-954A6F83CF99}"/>
          </ac:picMkLst>
        </pc:picChg>
        <pc:cxnChg chg="add mod">
          <ac:chgData name="Phan Thanh Duy" userId="7fe205da-551d-4fae-b045-58d66fb40073" providerId="ADAL" clId="{A441D81C-AEF8-464D-902E-B6449B34371D}" dt="2026-10-06T06:45:20.850" v="1842"/>
          <ac:cxnSpMkLst>
            <pc:docMk/>
            <pc:sldMk cId="2365168681" sldId="321"/>
            <ac:cxnSpMk id="8" creationId="{87DA8B5F-573F-5E6E-6BF8-ECAECDA9593B}"/>
          </ac:cxnSpMkLst>
        </pc:cxnChg>
        <pc:cxnChg chg="del mod">
          <ac:chgData name="Phan Thanh Duy" userId="7fe205da-551d-4fae-b045-58d66fb40073" providerId="ADAL" clId="{A441D81C-AEF8-464D-902E-B6449B34371D}" dt="2026-10-06T06:45:28.681" v="1844" actId="478"/>
          <ac:cxnSpMkLst>
            <pc:docMk/>
            <pc:sldMk cId="2365168681" sldId="321"/>
            <ac:cxnSpMk id="24" creationId="{44270E91-722F-A492-F862-C160B8B34362}"/>
          </ac:cxnSpMkLst>
        </pc:cxnChg>
        <pc:cxnChg chg="del">
          <ac:chgData name="Phan Thanh Duy" userId="7fe205da-551d-4fae-b045-58d66fb40073" providerId="ADAL" clId="{A441D81C-AEF8-464D-902E-B6449B34371D}" dt="2026-10-06T07:02:43.029" v="1921" actId="478"/>
          <ac:cxnSpMkLst>
            <pc:docMk/>
            <pc:sldMk cId="2365168681" sldId="321"/>
            <ac:cxnSpMk id="29" creationId="{8AAA0C99-4964-3E3E-BC04-7D7DB7706921}"/>
          </ac:cxnSpMkLst>
        </pc:cxnChg>
        <pc:cxnChg chg="del">
          <ac:chgData name="Phan Thanh Duy" userId="7fe205da-551d-4fae-b045-58d66fb40073" providerId="ADAL" clId="{A441D81C-AEF8-464D-902E-B6449B34371D}" dt="2026-10-06T07:02:43.029" v="1921" actId="478"/>
          <ac:cxnSpMkLst>
            <pc:docMk/>
            <pc:sldMk cId="2365168681" sldId="321"/>
            <ac:cxnSpMk id="1025" creationId="{E5C6E8C5-9D0A-0907-74D8-8C657BFD0BFD}"/>
          </ac:cxnSpMkLst>
        </pc:cxnChg>
      </pc:sldChg>
      <pc:sldChg chg="addSp delSp modSp add mod addAnim delAnim modAnim">
        <pc:chgData name="Phan Thanh Duy" userId="7fe205da-551d-4fae-b045-58d66fb40073" providerId="ADAL" clId="{A441D81C-AEF8-464D-902E-B6449B34371D}" dt="2026-10-06T07:19:50.573" v="2126" actId="962"/>
        <pc:sldMkLst>
          <pc:docMk/>
          <pc:sldMk cId="1646853774" sldId="322"/>
        </pc:sldMkLst>
        <pc:spChg chg="add mod">
          <ac:chgData name="Phan Thanh Duy" userId="7fe205da-551d-4fae-b045-58d66fb40073" providerId="ADAL" clId="{A441D81C-AEF8-464D-902E-B6449B34371D}" dt="2026-10-06T07:03:28.944" v="1923"/>
          <ac:spMkLst>
            <pc:docMk/>
            <pc:sldMk cId="1646853774" sldId="322"/>
            <ac:spMk id="2" creationId="{AD31A267-7BF5-88B0-13B1-926F40706709}"/>
          </ac:spMkLst>
        </pc:spChg>
        <pc:spChg chg="add mod">
          <ac:chgData name="Phan Thanh Duy" userId="7fe205da-551d-4fae-b045-58d66fb40073" providerId="ADAL" clId="{A441D81C-AEF8-464D-902E-B6449B34371D}" dt="2026-10-06T07:03:28.944" v="1923"/>
          <ac:spMkLst>
            <pc:docMk/>
            <pc:sldMk cId="1646853774" sldId="322"/>
            <ac:spMk id="3" creationId="{82A8D86E-381D-1ECF-A0B8-A2A295BF4667}"/>
          </ac:spMkLst>
        </pc:spChg>
        <pc:spChg chg="add mod">
          <ac:chgData name="Phan Thanh Duy" userId="7fe205da-551d-4fae-b045-58d66fb40073" providerId="ADAL" clId="{A441D81C-AEF8-464D-902E-B6449B34371D}" dt="2026-10-06T07:03:28.944" v="1923"/>
          <ac:spMkLst>
            <pc:docMk/>
            <pc:sldMk cId="1646853774" sldId="322"/>
            <ac:spMk id="5" creationId="{B3F1E6B9-11A9-DB21-26BF-E0FE86508405}"/>
          </ac:spMkLst>
        </pc:spChg>
        <pc:spChg chg="mod">
          <ac:chgData name="Phan Thanh Duy" userId="7fe205da-551d-4fae-b045-58d66fb40073" providerId="ADAL" clId="{A441D81C-AEF8-464D-902E-B6449B34371D}" dt="2026-10-06T07:17:30.096" v="2113" actId="1076"/>
          <ac:spMkLst>
            <pc:docMk/>
            <pc:sldMk cId="1646853774" sldId="322"/>
            <ac:spMk id="12" creationId="{85D227AD-0276-03B1-A4BA-024840CF2676}"/>
          </ac:spMkLst>
        </pc:spChg>
        <pc:spChg chg="add mod">
          <ac:chgData name="Phan Thanh Duy" userId="7fe205da-551d-4fae-b045-58d66fb40073" providerId="ADAL" clId="{A441D81C-AEF8-464D-902E-B6449B34371D}" dt="2026-10-06T07:17:29.472" v="2112" actId="14100"/>
          <ac:spMkLst>
            <pc:docMk/>
            <pc:sldMk cId="1646853774" sldId="322"/>
            <ac:spMk id="16" creationId="{102B88ED-5095-5475-AD75-CC9BE08836E8}"/>
          </ac:spMkLst>
        </pc:spChg>
        <pc:spChg chg="del">
          <ac:chgData name="Phan Thanh Duy" userId="7fe205da-551d-4fae-b045-58d66fb40073" providerId="ADAL" clId="{A441D81C-AEF8-464D-902E-B6449B34371D}" dt="2026-10-06T07:03:43.579" v="1926" actId="478"/>
          <ac:spMkLst>
            <pc:docMk/>
            <pc:sldMk cId="1646853774" sldId="322"/>
            <ac:spMk id="19" creationId="{3D5EA274-011D-871C-37E9-85F338B81A78}"/>
          </ac:spMkLst>
        </pc:spChg>
        <pc:spChg chg="add mod">
          <ac:chgData name="Phan Thanh Duy" userId="7fe205da-551d-4fae-b045-58d66fb40073" providerId="ADAL" clId="{A441D81C-AEF8-464D-902E-B6449B34371D}" dt="2026-10-06T07:08:37.778" v="2030" actId="1076"/>
          <ac:spMkLst>
            <pc:docMk/>
            <pc:sldMk cId="1646853774" sldId="322"/>
            <ac:spMk id="22" creationId="{A4AD9DB4-273C-265E-6D3F-E564647AA013}"/>
          </ac:spMkLst>
        </pc:spChg>
        <pc:spChg chg="add mod">
          <ac:chgData name="Phan Thanh Duy" userId="7fe205da-551d-4fae-b045-58d66fb40073" providerId="ADAL" clId="{A441D81C-AEF8-464D-902E-B6449B34371D}" dt="2026-10-06T07:08:18.659" v="2027" actId="14100"/>
          <ac:spMkLst>
            <pc:docMk/>
            <pc:sldMk cId="1646853774" sldId="322"/>
            <ac:spMk id="29" creationId="{A753BF58-633F-677C-0762-D4D89E4D85D6}"/>
          </ac:spMkLst>
        </pc:spChg>
        <pc:spChg chg="mod">
          <ac:chgData name="Phan Thanh Duy" userId="7fe205da-551d-4fae-b045-58d66fb40073" providerId="ADAL" clId="{A441D81C-AEF8-464D-902E-B6449B34371D}" dt="2026-10-06T07:08:27.058" v="2029" actId="14100"/>
          <ac:spMkLst>
            <pc:docMk/>
            <pc:sldMk cId="1646853774" sldId="322"/>
            <ac:spMk id="1035" creationId="{E2A07D6D-62F8-2E01-9F2D-C312263126E0}"/>
          </ac:spMkLst>
        </pc:spChg>
        <pc:cxnChg chg="mod">
          <ac:chgData name="Phan Thanh Duy" userId="7fe205da-551d-4fae-b045-58d66fb40073" providerId="ADAL" clId="{A441D81C-AEF8-464D-902E-B6449B34371D}" dt="2026-10-06T07:19:50.573" v="2126" actId="962"/>
          <ac:cxnSpMkLst>
            <pc:docMk/>
            <pc:sldMk cId="1646853774" sldId="322"/>
            <ac:cxnSpMk id="7" creationId="{DF64C152-3D2A-F452-6AD0-CF83DA13C5D3}"/>
          </ac:cxnSpMkLst>
        </pc:cxnChg>
        <pc:cxnChg chg="mod">
          <ac:chgData name="Phan Thanh Duy" userId="7fe205da-551d-4fae-b045-58d66fb40073" providerId="ADAL" clId="{A441D81C-AEF8-464D-902E-B6449B34371D}" dt="2026-10-06T07:19:29.904" v="2121" actId="962"/>
          <ac:cxnSpMkLst>
            <pc:docMk/>
            <pc:sldMk cId="1646853774" sldId="322"/>
            <ac:cxnSpMk id="10" creationId="{E68F4B88-88A1-CE16-9A75-4116239CA1F5}"/>
          </ac:cxnSpMkLst>
        </pc:cxnChg>
        <pc:cxnChg chg="mod">
          <ac:chgData name="Phan Thanh Duy" userId="7fe205da-551d-4fae-b045-58d66fb40073" providerId="ADAL" clId="{A441D81C-AEF8-464D-902E-B6449B34371D}" dt="2026-10-06T07:19:25.642" v="2120" actId="962"/>
          <ac:cxnSpMkLst>
            <pc:docMk/>
            <pc:sldMk cId="1646853774" sldId="322"/>
            <ac:cxnSpMk id="13" creationId="{84B6D5D4-0048-415D-AC76-76402F1D571C}"/>
          </ac:cxnSpMkLst>
        </pc:cxnChg>
        <pc:cxnChg chg="mod">
          <ac:chgData name="Phan Thanh Duy" userId="7fe205da-551d-4fae-b045-58d66fb40073" providerId="ADAL" clId="{A441D81C-AEF8-464D-902E-B6449B34371D}" dt="2026-10-06T07:18:37.794" v="2115" actId="962"/>
          <ac:cxnSpMkLst>
            <pc:docMk/>
            <pc:sldMk cId="1646853774" sldId="322"/>
            <ac:cxnSpMk id="14" creationId="{8DD7EF70-58FA-AFB8-C06E-B2F5C839350C}"/>
          </ac:cxnSpMkLst>
        </pc:cxnChg>
        <pc:cxnChg chg="add mod">
          <ac:chgData name="Phan Thanh Duy" userId="7fe205da-551d-4fae-b045-58d66fb40073" providerId="ADAL" clId="{A441D81C-AEF8-464D-902E-B6449B34371D}" dt="2026-10-06T07:18:54.541" v="2117" actId="962"/>
          <ac:cxnSpMkLst>
            <pc:docMk/>
            <pc:sldMk cId="1646853774" sldId="322"/>
            <ac:cxnSpMk id="17" creationId="{0EB65A74-27FE-6A28-8A10-DFC7572A4B79}"/>
          </ac:cxnSpMkLst>
        </pc:cxnChg>
        <pc:cxnChg chg="del">
          <ac:chgData name="Phan Thanh Duy" userId="7fe205da-551d-4fae-b045-58d66fb40073" providerId="ADAL" clId="{A441D81C-AEF8-464D-902E-B6449B34371D}" dt="2026-10-06T07:04:36.243" v="1935" actId="478"/>
          <ac:cxnSpMkLst>
            <pc:docMk/>
            <pc:sldMk cId="1646853774" sldId="322"/>
            <ac:cxnSpMk id="30" creationId="{0EB3EA57-2C4B-1A87-74AB-1EB9B53F6FC9}"/>
          </ac:cxnSpMkLst>
        </pc:cxnChg>
        <pc:cxnChg chg="mod">
          <ac:chgData name="Phan Thanh Duy" userId="7fe205da-551d-4fae-b045-58d66fb40073" providerId="ADAL" clId="{A441D81C-AEF8-464D-902E-B6449B34371D}" dt="2026-10-06T07:04:34.693" v="1934" actId="1076"/>
          <ac:cxnSpMkLst>
            <pc:docMk/>
            <pc:sldMk cId="1646853774" sldId="322"/>
            <ac:cxnSpMk id="1025" creationId="{8B426C2B-A673-E0CA-CAEC-99304FC42965}"/>
          </ac:cxnSpMkLst>
        </pc:cxnChg>
        <pc:cxnChg chg="del">
          <ac:chgData name="Phan Thanh Duy" userId="7fe205da-551d-4fae-b045-58d66fb40073" providerId="ADAL" clId="{A441D81C-AEF8-464D-902E-B6449B34371D}" dt="2026-10-06T07:04:39.315" v="1936" actId="478"/>
          <ac:cxnSpMkLst>
            <pc:docMk/>
            <pc:sldMk cId="1646853774" sldId="322"/>
            <ac:cxnSpMk id="1031" creationId="{DDA18A0A-A42F-2671-5633-9CD5960B86CA}"/>
          </ac:cxnSpMkLst>
        </pc:cxnChg>
        <pc:cxnChg chg="mod">
          <ac:chgData name="Phan Thanh Duy" userId="7fe205da-551d-4fae-b045-58d66fb40073" providerId="ADAL" clId="{A441D81C-AEF8-464D-902E-B6449B34371D}" dt="2026-10-06T07:04:46.930" v="1939" actId="14100"/>
          <ac:cxnSpMkLst>
            <pc:docMk/>
            <pc:sldMk cId="1646853774" sldId="322"/>
            <ac:cxnSpMk id="1032" creationId="{9E5DB5EB-C5DC-BB63-1FD8-C07006D4626C}"/>
          </ac:cxnSpMkLst>
        </pc:cxnChg>
      </pc:sldChg>
      <pc:sldChg chg="add del">
        <pc:chgData name="Phan Thanh Duy" userId="7fe205da-551d-4fae-b045-58d66fb40073" providerId="ADAL" clId="{A441D81C-AEF8-464D-902E-B6449B34371D}" dt="2026-10-06T06:44:41.228" v="1840"/>
        <pc:sldMkLst>
          <pc:docMk/>
          <pc:sldMk cId="1920517127" sldId="322"/>
        </pc:sldMkLst>
      </pc:sldChg>
      <pc:sldChg chg="addSp delSp modSp add mod modTransition modAnim">
        <pc:chgData name="Phan Thanh Duy" userId="7fe205da-551d-4fae-b045-58d66fb40073" providerId="ADAL" clId="{A441D81C-AEF8-464D-902E-B6449B34371D}" dt="2026-10-06T07:37:59.367" v="2247"/>
        <pc:sldMkLst>
          <pc:docMk/>
          <pc:sldMk cId="2439464774" sldId="323"/>
        </pc:sldMkLst>
        <pc:spChg chg="add mod">
          <ac:chgData name="Phan Thanh Duy" userId="7fe205da-551d-4fae-b045-58d66fb40073" providerId="ADAL" clId="{A441D81C-AEF8-464D-902E-B6449B34371D}" dt="2026-10-06T07:22:47.908" v="2137" actId="14100"/>
          <ac:spMkLst>
            <pc:docMk/>
            <pc:sldMk cId="2439464774" sldId="323"/>
            <ac:spMk id="3" creationId="{AED2C872-E2A2-0AD0-B2F2-77B48CE3CB78}"/>
          </ac:spMkLst>
        </pc:spChg>
        <pc:spChg chg="add mod">
          <ac:chgData name="Phan Thanh Duy" userId="7fe205da-551d-4fae-b045-58d66fb40073" providerId="ADAL" clId="{A441D81C-AEF8-464D-902E-B6449B34371D}" dt="2026-10-06T07:23:31.772" v="2147" actId="1076"/>
          <ac:spMkLst>
            <pc:docMk/>
            <pc:sldMk cId="2439464774" sldId="323"/>
            <ac:spMk id="19" creationId="{FDA71ACE-50D9-D7A0-F084-09496F56493F}"/>
          </ac:spMkLst>
        </pc:spChg>
        <pc:spChg chg="del">
          <ac:chgData name="Phan Thanh Duy" userId="7fe205da-551d-4fae-b045-58d66fb40073" providerId="ADAL" clId="{A441D81C-AEF8-464D-902E-B6449B34371D}" dt="2026-10-06T07:24:51.264" v="2164" actId="478"/>
          <ac:spMkLst>
            <pc:docMk/>
            <pc:sldMk cId="2439464774" sldId="323"/>
            <ac:spMk id="22" creationId="{1FDFCC22-1B40-44B4-E768-7696C0D4E314}"/>
          </ac:spMkLst>
        </pc:spChg>
        <pc:spChg chg="del">
          <ac:chgData name="Phan Thanh Duy" userId="7fe205da-551d-4fae-b045-58d66fb40073" providerId="ADAL" clId="{A441D81C-AEF8-464D-902E-B6449B34371D}" dt="2026-10-06T07:24:55.473" v="2165" actId="478"/>
          <ac:spMkLst>
            <pc:docMk/>
            <pc:sldMk cId="2439464774" sldId="323"/>
            <ac:spMk id="29" creationId="{3F2D1A4C-43EC-BF8A-56A7-9143B0F258CE}"/>
          </ac:spMkLst>
        </pc:spChg>
        <pc:spChg chg="add mod">
          <ac:chgData name="Phan Thanh Duy" userId="7fe205da-551d-4fae-b045-58d66fb40073" providerId="ADAL" clId="{A441D81C-AEF8-464D-902E-B6449B34371D}" dt="2026-10-06T07:24:34.188" v="2163" actId="1076"/>
          <ac:spMkLst>
            <pc:docMk/>
            <pc:sldMk cId="2439464774" sldId="323"/>
            <ac:spMk id="1026" creationId="{B2754B4E-C1EF-A262-EADB-D311C2E0045E}"/>
          </ac:spMkLst>
        </pc:spChg>
        <pc:spChg chg="del">
          <ac:chgData name="Phan Thanh Duy" userId="7fe205da-551d-4fae-b045-58d66fb40073" providerId="ADAL" clId="{A441D81C-AEF8-464D-902E-B6449B34371D}" dt="2026-10-06T07:24:57.581" v="2166" actId="478"/>
          <ac:spMkLst>
            <pc:docMk/>
            <pc:sldMk cId="2439464774" sldId="323"/>
            <ac:spMk id="1035" creationId="{2250ADB3-753F-24EE-6229-53181F0E97A2}"/>
          </ac:spMkLst>
        </pc:spChg>
        <pc:picChg chg="del">
          <ac:chgData name="Phan Thanh Duy" userId="7fe205da-551d-4fae-b045-58d66fb40073" providerId="ADAL" clId="{A441D81C-AEF8-464D-902E-B6449B34371D}" dt="2026-10-06T07:24:55.473" v="2165" actId="478"/>
          <ac:picMkLst>
            <pc:docMk/>
            <pc:sldMk cId="2439464774" sldId="323"/>
            <ac:picMk id="20" creationId="{959CEB23-6646-2954-5E19-8C4FD57E9911}"/>
          </ac:picMkLst>
        </pc:picChg>
        <pc:cxnChg chg="mod">
          <ac:chgData name="Phan Thanh Duy" userId="7fe205da-551d-4fae-b045-58d66fb40073" providerId="ADAL" clId="{A441D81C-AEF8-464D-902E-B6449B34371D}" dt="2026-10-06T07:22:47.908" v="2137" actId="14100"/>
          <ac:cxnSpMkLst>
            <pc:docMk/>
            <pc:sldMk cId="2439464774" sldId="323"/>
            <ac:cxnSpMk id="17" creationId="{9623D83E-E102-DB53-2F38-28EAC8CA6A62}"/>
          </ac:cxnSpMkLst>
        </pc:cxnChg>
        <pc:cxnChg chg="add mod">
          <ac:chgData name="Phan Thanh Duy" userId="7fe205da-551d-4fae-b045-58d66fb40073" providerId="ADAL" clId="{A441D81C-AEF8-464D-902E-B6449B34371D}" dt="2026-10-06T07:23:31.772" v="2147" actId="1076"/>
          <ac:cxnSpMkLst>
            <pc:docMk/>
            <pc:sldMk cId="2439464774" sldId="323"/>
            <ac:cxnSpMk id="21" creationId="{9165CEA1-BDB1-4BBF-334F-9E143A51B8E4}"/>
          </ac:cxnSpMkLst>
        </pc:cxnChg>
        <pc:cxnChg chg="add mod">
          <ac:chgData name="Phan Thanh Duy" userId="7fe205da-551d-4fae-b045-58d66fb40073" providerId="ADAL" clId="{A441D81C-AEF8-464D-902E-B6449B34371D}" dt="2026-10-06T07:24:34.188" v="2163" actId="1076"/>
          <ac:cxnSpMkLst>
            <pc:docMk/>
            <pc:sldMk cId="2439464774" sldId="323"/>
            <ac:cxnSpMk id="1027" creationId="{9ADCA3AD-F7C5-E768-AD9D-3D2A13A51B0D}"/>
          </ac:cxnSpMkLst>
        </pc:cxnChg>
        <pc:cxnChg chg="del">
          <ac:chgData name="Phan Thanh Duy" userId="7fe205da-551d-4fae-b045-58d66fb40073" providerId="ADAL" clId="{A441D81C-AEF8-464D-902E-B6449B34371D}" dt="2026-10-06T07:24:57.581" v="2166" actId="478"/>
          <ac:cxnSpMkLst>
            <pc:docMk/>
            <pc:sldMk cId="2439464774" sldId="323"/>
            <ac:cxnSpMk id="1032" creationId="{C91F8190-1567-E835-1CBE-01F69554ABFF}"/>
          </ac:cxnSpMkLst>
        </pc:cxnChg>
      </pc:sldChg>
      <pc:sldChg chg="modSp add mod ord modTransition">
        <pc:chgData name="Phan Thanh Duy" userId="7fe205da-551d-4fae-b045-58d66fb40073" providerId="ADAL" clId="{A441D81C-AEF8-464D-902E-B6449B34371D}" dt="2026-10-06T08:17:10.770" v="2559"/>
        <pc:sldMkLst>
          <pc:docMk/>
          <pc:sldMk cId="3965440558" sldId="324"/>
        </pc:sldMkLst>
        <pc:spChg chg="mod">
          <ac:chgData name="Phan Thanh Duy" userId="7fe205da-551d-4fae-b045-58d66fb40073" providerId="ADAL" clId="{A441D81C-AEF8-464D-902E-B6449B34371D}" dt="2026-10-06T07:30:50.235" v="2239" actId="1076"/>
          <ac:spMkLst>
            <pc:docMk/>
            <pc:sldMk cId="3965440558" sldId="324"/>
            <ac:spMk id="1026" creationId="{8BADA2A0-7A0B-DC9D-85EE-47F44C053F1C}"/>
          </ac:spMkLst>
        </pc:spChg>
        <pc:spChg chg="mod">
          <ac:chgData name="Phan Thanh Duy" userId="7fe205da-551d-4fae-b045-58d66fb40073" providerId="ADAL" clId="{A441D81C-AEF8-464D-902E-B6449B34371D}" dt="2026-10-06T07:31:10.649" v="2242" actId="1076"/>
          <ac:spMkLst>
            <pc:docMk/>
            <pc:sldMk cId="3965440558" sldId="324"/>
            <ac:spMk id="1027" creationId="{7EEDCE09-478B-41BF-E429-A27934A95BA3}"/>
          </ac:spMkLst>
        </pc:spChg>
        <pc:spChg chg="mod">
          <ac:chgData name="Phan Thanh Duy" userId="7fe205da-551d-4fae-b045-58d66fb40073" providerId="ADAL" clId="{A441D81C-AEF8-464D-902E-B6449B34371D}" dt="2026-10-06T07:31:05.399" v="2241" actId="1076"/>
          <ac:spMkLst>
            <pc:docMk/>
            <pc:sldMk cId="3965440558" sldId="324"/>
            <ac:spMk id="1029" creationId="{50788305-10F6-B10A-9835-8D1CE9AAB879}"/>
          </ac:spMkLst>
        </pc:spChg>
        <pc:spChg chg="mod">
          <ac:chgData name="Phan Thanh Duy" userId="7fe205da-551d-4fae-b045-58d66fb40073" providerId="ADAL" clId="{A441D81C-AEF8-464D-902E-B6449B34371D}" dt="2026-10-06T07:29:31.800" v="2221" actId="1076"/>
          <ac:spMkLst>
            <pc:docMk/>
            <pc:sldMk cId="3965440558" sldId="324"/>
            <ac:spMk id="1362" creationId="{27B3E3DC-A636-37EE-1812-96838C08730F}"/>
          </ac:spMkLst>
        </pc:spChg>
        <pc:spChg chg="mod">
          <ac:chgData name="Phan Thanh Duy" userId="7fe205da-551d-4fae-b045-58d66fb40073" providerId="ADAL" clId="{A441D81C-AEF8-464D-902E-B6449B34371D}" dt="2026-10-06T07:30:37.461" v="2237" actId="14100"/>
          <ac:spMkLst>
            <pc:docMk/>
            <pc:sldMk cId="3965440558" sldId="324"/>
            <ac:spMk id="1363" creationId="{8580FF8D-0CAD-1777-063D-8F76F6EF06DF}"/>
          </ac:spMkLst>
        </pc:spChg>
        <pc:spChg chg="mod">
          <ac:chgData name="Phan Thanh Duy" userId="7fe205da-551d-4fae-b045-58d66fb40073" providerId="ADAL" clId="{A441D81C-AEF8-464D-902E-B6449B34371D}" dt="2026-10-06T07:30:02.540" v="2228" actId="1076"/>
          <ac:spMkLst>
            <pc:docMk/>
            <pc:sldMk cId="3965440558" sldId="324"/>
            <ac:spMk id="1365" creationId="{A64DB122-0222-A6D1-DB26-FFAD2A8D87E6}"/>
          </ac:spMkLst>
        </pc:spChg>
        <pc:spChg chg="mod">
          <ac:chgData name="Phan Thanh Duy" userId="7fe205da-551d-4fae-b045-58d66fb40073" providerId="ADAL" clId="{A441D81C-AEF8-464D-902E-B6449B34371D}" dt="2026-10-06T07:30:25.865" v="2235" actId="1076"/>
          <ac:spMkLst>
            <pc:docMk/>
            <pc:sldMk cId="3965440558" sldId="324"/>
            <ac:spMk id="1368" creationId="{94C7B1B3-EE87-C7E9-E334-93172B12E419}"/>
          </ac:spMkLst>
        </pc:spChg>
        <pc:spChg chg="mod">
          <ac:chgData name="Phan Thanh Duy" userId="7fe205da-551d-4fae-b045-58d66fb40073" providerId="ADAL" clId="{A441D81C-AEF8-464D-902E-B6449B34371D}" dt="2026-10-06T07:30:21.686" v="2234" actId="1076"/>
          <ac:spMkLst>
            <pc:docMk/>
            <pc:sldMk cId="3965440558" sldId="324"/>
            <ac:spMk id="1370" creationId="{6503DD52-3AA3-214E-5091-E2AF839DC5B5}"/>
          </ac:spMkLst>
        </pc:spChg>
        <pc:spChg chg="mod">
          <ac:chgData name="Phan Thanh Duy" userId="7fe205da-551d-4fae-b045-58d66fb40073" providerId="ADAL" clId="{A441D81C-AEF8-464D-902E-B6449B34371D}" dt="2026-10-06T07:28:34.387" v="2207" actId="1076"/>
          <ac:spMkLst>
            <pc:docMk/>
            <pc:sldMk cId="3965440558" sldId="324"/>
            <ac:spMk id="1371" creationId="{45B37B2E-F22E-FF55-DD67-638F734B4B49}"/>
          </ac:spMkLst>
        </pc:spChg>
        <pc:spChg chg="mod">
          <ac:chgData name="Phan Thanh Duy" userId="7fe205da-551d-4fae-b045-58d66fb40073" providerId="ADAL" clId="{A441D81C-AEF8-464D-902E-B6449B34371D}" dt="2026-10-06T07:30:46.943" v="2238" actId="1076"/>
          <ac:spMkLst>
            <pc:docMk/>
            <pc:sldMk cId="3965440558" sldId="324"/>
            <ac:spMk id="1374" creationId="{E0D0003E-D054-DE9A-2E3D-6E5D9B701C63}"/>
          </ac:spMkLst>
        </pc:spChg>
        <pc:cxnChg chg="mod">
          <ac:chgData name="Phan Thanh Duy" userId="7fe205da-551d-4fae-b045-58d66fb40073" providerId="ADAL" clId="{A441D81C-AEF8-464D-902E-B6449B34371D}" dt="2026-10-06T07:31:10.649" v="2242" actId="1076"/>
          <ac:cxnSpMkLst>
            <pc:docMk/>
            <pc:sldMk cId="3965440558" sldId="324"/>
            <ac:cxnSpMk id="1028" creationId="{B65C42B6-1A9C-AB5B-D7FA-0C0702573720}"/>
          </ac:cxnSpMkLst>
        </pc:cxnChg>
        <pc:cxnChg chg="mod">
          <ac:chgData name="Phan Thanh Duy" userId="7fe205da-551d-4fae-b045-58d66fb40073" providerId="ADAL" clId="{A441D81C-AEF8-464D-902E-B6449B34371D}" dt="2026-10-06T07:31:10.649" v="2242" actId="1076"/>
          <ac:cxnSpMkLst>
            <pc:docMk/>
            <pc:sldMk cId="3965440558" sldId="324"/>
            <ac:cxnSpMk id="1030" creationId="{95860942-AB0B-6CC0-796C-1D0A99B9626E}"/>
          </ac:cxnSpMkLst>
        </pc:cxnChg>
        <pc:cxnChg chg="mod">
          <ac:chgData name="Phan Thanh Duy" userId="7fe205da-551d-4fae-b045-58d66fb40073" providerId="ADAL" clId="{A441D81C-AEF8-464D-902E-B6449B34371D}" dt="2026-10-06T07:30:37.461" v="2237" actId="14100"/>
          <ac:cxnSpMkLst>
            <pc:docMk/>
            <pc:sldMk cId="3965440558" sldId="324"/>
            <ac:cxnSpMk id="1364" creationId="{1D780935-4306-7473-0F4E-181A866E34EB}"/>
          </ac:cxnSpMkLst>
        </pc:cxnChg>
        <pc:cxnChg chg="mod">
          <ac:chgData name="Phan Thanh Duy" userId="7fe205da-551d-4fae-b045-58d66fb40073" providerId="ADAL" clId="{A441D81C-AEF8-464D-902E-B6449B34371D}" dt="2026-10-06T07:30:37.461" v="2237" actId="14100"/>
          <ac:cxnSpMkLst>
            <pc:docMk/>
            <pc:sldMk cId="3965440558" sldId="324"/>
            <ac:cxnSpMk id="1366" creationId="{6A644823-E5C1-4506-9E08-DFC20516A482}"/>
          </ac:cxnSpMkLst>
        </pc:cxnChg>
        <pc:cxnChg chg="mod">
          <ac:chgData name="Phan Thanh Duy" userId="7fe205da-551d-4fae-b045-58d66fb40073" providerId="ADAL" clId="{A441D81C-AEF8-464D-902E-B6449B34371D}" dt="2026-10-06T07:30:25.865" v="2235" actId="1076"/>
          <ac:cxnSpMkLst>
            <pc:docMk/>
            <pc:sldMk cId="3965440558" sldId="324"/>
            <ac:cxnSpMk id="1367" creationId="{536CEEEC-94F6-8C3F-EB18-D628909264EA}"/>
          </ac:cxnSpMkLst>
        </pc:cxnChg>
        <pc:cxnChg chg="mod">
          <ac:chgData name="Phan Thanh Duy" userId="7fe205da-551d-4fae-b045-58d66fb40073" providerId="ADAL" clId="{A441D81C-AEF8-464D-902E-B6449B34371D}" dt="2026-10-06T07:30:25.865" v="2235" actId="1076"/>
          <ac:cxnSpMkLst>
            <pc:docMk/>
            <pc:sldMk cId="3965440558" sldId="324"/>
            <ac:cxnSpMk id="1369" creationId="{D5E3FE73-5F51-4B16-5478-687B1BDA9ECD}"/>
          </ac:cxnSpMkLst>
        </pc:cxnChg>
        <pc:cxnChg chg="mod">
          <ac:chgData name="Phan Thanh Duy" userId="7fe205da-551d-4fae-b045-58d66fb40073" providerId="ADAL" clId="{A441D81C-AEF8-464D-902E-B6449B34371D}" dt="2026-10-06T07:30:21.686" v="2234" actId="1076"/>
          <ac:cxnSpMkLst>
            <pc:docMk/>
            <pc:sldMk cId="3965440558" sldId="324"/>
            <ac:cxnSpMk id="1372" creationId="{B89B46AC-4136-02FF-5E2C-EB9E081B0346}"/>
          </ac:cxnSpMkLst>
        </pc:cxnChg>
        <pc:cxnChg chg="mod">
          <ac:chgData name="Phan Thanh Duy" userId="7fe205da-551d-4fae-b045-58d66fb40073" providerId="ADAL" clId="{A441D81C-AEF8-464D-902E-B6449B34371D}" dt="2026-10-06T07:30:46.943" v="2238" actId="1076"/>
          <ac:cxnSpMkLst>
            <pc:docMk/>
            <pc:sldMk cId="3965440558" sldId="324"/>
            <ac:cxnSpMk id="1373" creationId="{669AE882-4D9A-971D-15C1-EE8389F4D670}"/>
          </ac:cxnSpMkLst>
        </pc:cxnChg>
        <pc:cxnChg chg="mod">
          <ac:chgData name="Phan Thanh Duy" userId="7fe205da-551d-4fae-b045-58d66fb40073" providerId="ADAL" clId="{A441D81C-AEF8-464D-902E-B6449B34371D}" dt="2026-10-06T07:30:50.235" v="2239" actId="1076"/>
          <ac:cxnSpMkLst>
            <pc:docMk/>
            <pc:sldMk cId="3965440558" sldId="324"/>
            <ac:cxnSpMk id="1375" creationId="{41B0AACC-ACD7-752F-CC48-4E753DB00A7D}"/>
          </ac:cxnSpMkLst>
        </pc:cxnChg>
      </pc:sldChg>
      <pc:sldChg chg="addSp delSp modSp add mod ord modTransition">
        <pc:chgData name="Phan Thanh Duy" userId="7fe205da-551d-4fae-b045-58d66fb40073" providerId="ADAL" clId="{A441D81C-AEF8-464D-902E-B6449B34371D}" dt="2026-10-06T09:14:29.407" v="2991"/>
        <pc:sldMkLst>
          <pc:docMk/>
          <pc:sldMk cId="2610422756" sldId="325"/>
        </pc:sldMkLst>
        <pc:spChg chg="add del mod">
          <ac:chgData name="Phan Thanh Duy" userId="7fe205da-551d-4fae-b045-58d66fb40073" providerId="ADAL" clId="{A441D81C-AEF8-464D-902E-B6449B34371D}" dt="2026-10-06T07:47:32.580" v="2350" actId="478"/>
          <ac:spMkLst>
            <pc:docMk/>
            <pc:sldMk cId="2610422756" sldId="325"/>
            <ac:spMk id="2" creationId="{4AD01DE3-1BCE-ECE1-B6EC-7FA5F436A4E5}"/>
          </ac:spMkLst>
        </pc:spChg>
        <pc:spChg chg="add del mod">
          <ac:chgData name="Phan Thanh Duy" userId="7fe205da-551d-4fae-b045-58d66fb40073" providerId="ADAL" clId="{A441D81C-AEF8-464D-902E-B6449B34371D}" dt="2026-10-06T07:47:25.366" v="2348" actId="478"/>
          <ac:spMkLst>
            <pc:docMk/>
            <pc:sldMk cId="2610422756" sldId="325"/>
            <ac:spMk id="3" creationId="{F4C09ED6-8291-236D-87D0-74B5CA945C95}"/>
          </ac:spMkLst>
        </pc:spChg>
        <pc:spChg chg="add del">
          <ac:chgData name="Phan Thanh Duy" userId="7fe205da-551d-4fae-b045-58d66fb40073" providerId="ADAL" clId="{A441D81C-AEF8-464D-902E-B6449B34371D}" dt="2026-10-06T07:43:58.877" v="2333" actId="478"/>
          <ac:spMkLst>
            <pc:docMk/>
            <pc:sldMk cId="2610422756" sldId="325"/>
            <ac:spMk id="4" creationId="{F41E2287-1B9C-D94C-964A-65D97E090ACB}"/>
          </ac:spMkLst>
        </pc:spChg>
        <pc:spChg chg="add mod">
          <ac:chgData name="Phan Thanh Duy" userId="7fe205da-551d-4fae-b045-58d66fb40073" providerId="ADAL" clId="{A441D81C-AEF8-464D-902E-B6449B34371D}" dt="2026-10-06T08:08:55.028" v="2523" actId="1076"/>
          <ac:spMkLst>
            <pc:docMk/>
            <pc:sldMk cId="2610422756" sldId="325"/>
            <ac:spMk id="5" creationId="{04847F15-C740-2014-7EFF-DB851A9BC533}"/>
          </ac:spMkLst>
        </pc:spChg>
        <pc:spChg chg="add del mod">
          <ac:chgData name="Phan Thanh Duy" userId="7fe205da-551d-4fae-b045-58d66fb40073" providerId="ADAL" clId="{A441D81C-AEF8-464D-902E-B6449B34371D}" dt="2026-10-06T07:50:55.705" v="2370" actId="478"/>
          <ac:spMkLst>
            <pc:docMk/>
            <pc:sldMk cId="2610422756" sldId="325"/>
            <ac:spMk id="6" creationId="{B88B6AC8-DA2C-6D32-1F9B-D94F4362C079}"/>
          </ac:spMkLst>
        </pc:spChg>
        <pc:spChg chg="add del mod">
          <ac:chgData name="Phan Thanh Duy" userId="7fe205da-551d-4fae-b045-58d66fb40073" providerId="ADAL" clId="{A441D81C-AEF8-464D-902E-B6449B34371D}" dt="2026-10-06T07:47:27.957" v="2349" actId="478"/>
          <ac:spMkLst>
            <pc:docMk/>
            <pc:sldMk cId="2610422756" sldId="325"/>
            <ac:spMk id="10" creationId="{9ED94ED9-A65F-3C1A-B84E-4341D7DCDACC}"/>
          </ac:spMkLst>
        </pc:spChg>
        <pc:spChg chg="add del mod">
          <ac:chgData name="Phan Thanh Duy" userId="7fe205da-551d-4fae-b045-58d66fb40073" providerId="ADAL" clId="{A441D81C-AEF8-464D-902E-B6449B34371D}" dt="2026-10-06T07:51:00.753" v="2371" actId="478"/>
          <ac:spMkLst>
            <pc:docMk/>
            <pc:sldMk cId="2610422756" sldId="325"/>
            <ac:spMk id="14" creationId="{05908A5D-19AA-BEB4-FD1D-92E547995375}"/>
          </ac:spMkLst>
        </pc:spChg>
        <pc:spChg chg="add mod">
          <ac:chgData name="Phan Thanh Duy" userId="7fe205da-551d-4fae-b045-58d66fb40073" providerId="ADAL" clId="{A441D81C-AEF8-464D-902E-B6449B34371D}" dt="2026-10-06T08:08:55.028" v="2523" actId="1076"/>
          <ac:spMkLst>
            <pc:docMk/>
            <pc:sldMk cId="2610422756" sldId="325"/>
            <ac:spMk id="15" creationId="{25E3DD8B-31E3-A77D-430B-C88D7A0D9B8A}"/>
          </ac:spMkLst>
        </pc:spChg>
        <pc:spChg chg="add mod">
          <ac:chgData name="Phan Thanh Duy" userId="7fe205da-551d-4fae-b045-58d66fb40073" providerId="ADAL" clId="{A441D81C-AEF8-464D-902E-B6449B34371D}" dt="2026-10-06T08:09:06.325" v="2524" actId="1076"/>
          <ac:spMkLst>
            <pc:docMk/>
            <pc:sldMk cId="2610422756" sldId="325"/>
            <ac:spMk id="17" creationId="{A119E2EF-EFDD-C465-9DCA-8AC4A4399505}"/>
          </ac:spMkLst>
        </pc:spChg>
        <pc:spChg chg="add mod">
          <ac:chgData name="Phan Thanh Duy" userId="7fe205da-551d-4fae-b045-58d66fb40073" providerId="ADAL" clId="{A441D81C-AEF8-464D-902E-B6449B34371D}" dt="2026-10-06T08:10:53.381" v="2543"/>
          <ac:spMkLst>
            <pc:docMk/>
            <pc:sldMk cId="2610422756" sldId="325"/>
            <ac:spMk id="19" creationId="{F3387ECB-B4FA-8197-FA21-BAA0E13A1047}"/>
          </ac:spMkLst>
        </pc:spChg>
        <pc:spChg chg="mod">
          <ac:chgData name="Phan Thanh Duy" userId="7fe205da-551d-4fae-b045-58d66fb40073" providerId="ADAL" clId="{A441D81C-AEF8-464D-902E-B6449B34371D}" dt="2026-10-06T07:43:51.901" v="2314" actId="1076"/>
          <ac:spMkLst>
            <pc:docMk/>
            <pc:sldMk cId="2610422756" sldId="325"/>
            <ac:spMk id="23" creationId="{ADBAD4C6-3041-A2C6-7126-FBD2BE94DC91}"/>
          </ac:spMkLst>
        </pc:spChg>
        <pc:spChg chg="mod">
          <ac:chgData name="Phan Thanh Duy" userId="7fe205da-551d-4fae-b045-58d66fb40073" providerId="ADAL" clId="{A441D81C-AEF8-464D-902E-B6449B34371D}" dt="2026-10-06T07:43:58.253" v="2332" actId="20577"/>
          <ac:spMkLst>
            <pc:docMk/>
            <pc:sldMk cId="2610422756" sldId="325"/>
            <ac:spMk id="1039" creationId="{71776D9E-9DD6-1691-E6B0-7B1DF8AA8B12}"/>
          </ac:spMkLst>
        </pc:spChg>
        <pc:grpChg chg="mod">
          <ac:chgData name="Phan Thanh Duy" userId="7fe205da-551d-4fae-b045-58d66fb40073" providerId="ADAL" clId="{A441D81C-AEF8-464D-902E-B6449B34371D}" dt="2026-10-06T07:43:52.093" v="2315" actId="14100"/>
          <ac:grpSpMkLst>
            <pc:docMk/>
            <pc:sldMk cId="2610422756" sldId="325"/>
            <ac:grpSpMk id="1042" creationId="{781AF829-8B26-C8CD-BAAF-6310F7FB9CCF}"/>
          </ac:grpSpMkLst>
        </pc:grpChg>
        <pc:grpChg chg="mod">
          <ac:chgData name="Phan Thanh Duy" userId="7fe205da-551d-4fae-b045-58d66fb40073" providerId="ADAL" clId="{A441D81C-AEF8-464D-902E-B6449B34371D}" dt="2026-10-06T08:08:44.704" v="2520" actId="1076"/>
          <ac:grpSpMkLst>
            <pc:docMk/>
            <pc:sldMk cId="2610422756" sldId="325"/>
            <ac:grpSpMk id="1056" creationId="{2115F11A-675B-69B9-6143-4D238BE741F1}"/>
          </ac:grpSpMkLst>
        </pc:grpChg>
        <pc:grpChg chg="mod">
          <ac:chgData name="Phan Thanh Duy" userId="7fe205da-551d-4fae-b045-58d66fb40073" providerId="ADAL" clId="{A441D81C-AEF8-464D-902E-B6449B34371D}" dt="2026-10-06T08:08:44.704" v="2520" actId="1076"/>
          <ac:grpSpMkLst>
            <pc:docMk/>
            <pc:sldMk cId="2610422756" sldId="325"/>
            <ac:grpSpMk id="1061" creationId="{711806E7-8CF0-D52D-C0A4-28D80F9552E9}"/>
          </ac:grpSpMkLst>
        </pc:grpChg>
        <pc:picChg chg="add mod">
          <ac:chgData name="Phan Thanh Duy" userId="7fe205da-551d-4fae-b045-58d66fb40073" providerId="ADAL" clId="{A441D81C-AEF8-464D-902E-B6449B34371D}" dt="2026-10-06T08:08:55.028" v="2523" actId="1076"/>
          <ac:picMkLst>
            <pc:docMk/>
            <pc:sldMk cId="2610422756" sldId="325"/>
            <ac:picMk id="8" creationId="{AFE16B97-9C98-14BA-1EC6-34E3303DDC62}"/>
          </ac:picMkLst>
        </pc:picChg>
        <pc:picChg chg="add mod">
          <ac:chgData name="Phan Thanh Duy" userId="7fe205da-551d-4fae-b045-58d66fb40073" providerId="ADAL" clId="{A441D81C-AEF8-464D-902E-B6449B34371D}" dt="2026-10-06T08:09:06.325" v="2524" actId="1076"/>
          <ac:picMkLst>
            <pc:docMk/>
            <pc:sldMk cId="2610422756" sldId="325"/>
            <ac:picMk id="12" creationId="{BA5B7695-FAB7-0CD8-60A6-4A50CF4E394F}"/>
          </ac:picMkLst>
        </pc:picChg>
      </pc:sldChg>
      <pc:sldChg chg="modSp add mod modTransition">
        <pc:chgData name="Phan Thanh Duy" userId="7fe205da-551d-4fae-b045-58d66fb40073" providerId="ADAL" clId="{A441D81C-AEF8-464D-902E-B6449B34371D}" dt="2026-10-06T08:19:42.133" v="2620"/>
        <pc:sldMkLst>
          <pc:docMk/>
          <pc:sldMk cId="1618851655" sldId="326"/>
        </pc:sldMkLst>
        <pc:spChg chg="mod">
          <ac:chgData name="Phan Thanh Duy" userId="7fe205da-551d-4fae-b045-58d66fb40073" providerId="ADAL" clId="{A441D81C-AEF8-464D-902E-B6449B34371D}" dt="2026-10-06T08:12:15.244" v="2557" actId="20577"/>
          <ac:spMkLst>
            <pc:docMk/>
            <pc:sldMk cId="1618851655" sldId="326"/>
            <ac:spMk id="19" creationId="{476C6EAA-B154-C53C-800C-202DF0A7D3F6}"/>
          </ac:spMkLst>
        </pc:spChg>
        <pc:spChg chg="mod">
          <ac:chgData name="Phan Thanh Duy" userId="7fe205da-551d-4fae-b045-58d66fb40073" providerId="ADAL" clId="{A441D81C-AEF8-464D-902E-B6449B34371D}" dt="2026-10-06T08:18:17.085" v="2616" actId="962"/>
          <ac:spMkLst>
            <pc:docMk/>
            <pc:sldMk cId="1618851655" sldId="326"/>
            <ac:spMk id="23" creationId="{FF66CDA0-5654-1398-C5A1-558FCEE858E8}"/>
          </ac:spMkLst>
        </pc:spChg>
        <pc:picChg chg="mod">
          <ac:chgData name="Phan Thanh Duy" userId="7fe205da-551d-4fae-b045-58d66fb40073" providerId="ADAL" clId="{A441D81C-AEF8-464D-902E-B6449B34371D}" dt="2026-10-06T08:11:28.913" v="2547" actId="14100"/>
          <ac:picMkLst>
            <pc:docMk/>
            <pc:sldMk cId="1618851655" sldId="326"/>
            <ac:picMk id="8" creationId="{BCDA59AE-A0F0-4141-BE55-44395270D302}"/>
          </ac:picMkLst>
        </pc:picChg>
        <pc:picChg chg="mod">
          <ac:chgData name="Phan Thanh Duy" userId="7fe205da-551d-4fae-b045-58d66fb40073" providerId="ADAL" clId="{A441D81C-AEF8-464D-902E-B6449B34371D}" dt="2026-10-06T08:11:44.830" v="2550" actId="14100"/>
          <ac:picMkLst>
            <pc:docMk/>
            <pc:sldMk cId="1618851655" sldId="326"/>
            <ac:picMk id="12" creationId="{675C2594-4774-7E68-19FA-EEA2D4C73473}"/>
          </ac:picMkLst>
        </pc:picChg>
      </pc:sldChg>
      <pc:sldChg chg="modSp add mod ord modTransition">
        <pc:chgData name="Phan Thanh Duy" userId="7fe205da-551d-4fae-b045-58d66fb40073" providerId="ADAL" clId="{A441D81C-AEF8-464D-902E-B6449B34371D}" dt="2026-10-06T08:20:18.723" v="2623"/>
        <pc:sldMkLst>
          <pc:docMk/>
          <pc:sldMk cId="261101127" sldId="327"/>
        </pc:sldMkLst>
        <pc:spChg chg="mod">
          <ac:chgData name="Phan Thanh Duy" userId="7fe205da-551d-4fae-b045-58d66fb40073" providerId="ADAL" clId="{A441D81C-AEF8-464D-902E-B6449B34371D}" dt="2026-10-06T08:17:39.918" v="2609" actId="14100"/>
          <ac:spMkLst>
            <pc:docMk/>
            <pc:sldMk cId="261101127" sldId="327"/>
            <ac:spMk id="2" creationId="{0AFA97A6-0ABF-AF32-4650-772663227807}"/>
          </ac:spMkLst>
        </pc:spChg>
        <pc:spChg chg="mod">
          <ac:chgData name="Phan Thanh Duy" userId="7fe205da-551d-4fae-b045-58d66fb40073" providerId="ADAL" clId="{A441D81C-AEF8-464D-902E-B6449B34371D}" dt="2026-10-06T08:18:22.565" v="2617" actId="962"/>
          <ac:spMkLst>
            <pc:docMk/>
            <pc:sldMk cId="261101127" sldId="327"/>
            <ac:spMk id="1112" creationId="{80684CCA-BE9E-D357-A30B-52FB3D9BB0A4}"/>
          </ac:spMkLst>
        </pc:spChg>
        <pc:spChg chg="mod">
          <ac:chgData name="Phan Thanh Duy" userId="7fe205da-551d-4fae-b045-58d66fb40073" providerId="ADAL" clId="{A441D81C-AEF8-464D-902E-B6449B34371D}" dt="2026-10-06T08:17:31.208" v="2576" actId="14100"/>
          <ac:spMkLst>
            <pc:docMk/>
            <pc:sldMk cId="261101127" sldId="327"/>
            <ac:spMk id="1113" creationId="{237EA76C-FAB4-2EFC-D12F-9F5D78B5E542}"/>
          </ac:spMkLst>
        </pc:spChg>
      </pc:sldChg>
      <pc:sldChg chg="modSp add del mod">
        <pc:chgData name="Phan Thanh Duy" userId="7fe205da-551d-4fae-b045-58d66fb40073" providerId="ADAL" clId="{A441D81C-AEF8-464D-902E-B6449B34371D}" dt="2026-10-06T09:02:48.127" v="2663" actId="47"/>
        <pc:sldMkLst>
          <pc:docMk/>
          <pc:sldMk cId="1052502190" sldId="328"/>
        </pc:sldMkLst>
        <pc:spChg chg="mod">
          <ac:chgData name="Phan Thanh Duy" userId="7fe205da-551d-4fae-b045-58d66fb40073" providerId="ADAL" clId="{A441D81C-AEF8-464D-902E-B6449B34371D}" dt="2026-10-06T09:01:54.193" v="2662" actId="1076"/>
          <ac:spMkLst>
            <pc:docMk/>
            <pc:sldMk cId="1052502190" sldId="328"/>
            <ac:spMk id="1363" creationId="{410E4942-6F62-A40C-CB96-7302AD3CAB01}"/>
          </ac:spMkLst>
        </pc:spChg>
        <pc:cxnChg chg="mod">
          <ac:chgData name="Phan Thanh Duy" userId="7fe205da-551d-4fae-b045-58d66fb40073" providerId="ADAL" clId="{A441D81C-AEF8-464D-902E-B6449B34371D}" dt="2026-10-06T09:01:54.193" v="2662" actId="1076"/>
          <ac:cxnSpMkLst>
            <pc:docMk/>
            <pc:sldMk cId="1052502190" sldId="328"/>
            <ac:cxnSpMk id="1364" creationId="{B746DDA5-305D-3944-3EC2-F1D25AE96A61}"/>
          </ac:cxnSpMkLst>
        </pc:cxnChg>
        <pc:cxnChg chg="mod">
          <ac:chgData name="Phan Thanh Duy" userId="7fe205da-551d-4fae-b045-58d66fb40073" providerId="ADAL" clId="{A441D81C-AEF8-464D-902E-B6449B34371D}" dt="2026-10-06T09:01:54.193" v="2662" actId="1076"/>
          <ac:cxnSpMkLst>
            <pc:docMk/>
            <pc:sldMk cId="1052502190" sldId="328"/>
            <ac:cxnSpMk id="1366" creationId="{A7819321-3634-37D1-1581-B63E58128783}"/>
          </ac:cxnSpMkLst>
        </pc:cxnChg>
      </pc:sldChg>
      <pc:sldChg chg="addSp delSp modSp add mod">
        <pc:chgData name="Phan Thanh Duy" userId="7fe205da-551d-4fae-b045-58d66fb40073" providerId="ADAL" clId="{A441D81C-AEF8-464D-902E-B6449B34371D}" dt="2026-10-07T02:34:47.459" v="4307" actId="20577"/>
        <pc:sldMkLst>
          <pc:docMk/>
          <pc:sldMk cId="3006262485" sldId="328"/>
        </pc:sldMkLst>
        <pc:spChg chg="add mod">
          <ac:chgData name="Phan Thanh Duy" userId="7fe205da-551d-4fae-b045-58d66fb40073" providerId="ADAL" clId="{A441D81C-AEF8-464D-902E-B6449B34371D}" dt="2026-10-06T09:08:56.584" v="2961" actId="1076"/>
          <ac:spMkLst>
            <pc:docMk/>
            <pc:sldMk cId="3006262485" sldId="328"/>
            <ac:spMk id="5" creationId="{D6D5841A-19F3-D2F6-C2B8-224E68C80A85}"/>
          </ac:spMkLst>
        </pc:spChg>
        <pc:spChg chg="add mod">
          <ac:chgData name="Phan Thanh Duy" userId="7fe205da-551d-4fae-b045-58d66fb40073" providerId="ADAL" clId="{A441D81C-AEF8-464D-902E-B6449B34371D}" dt="2026-10-07T02:34:47.459" v="4307" actId="20577"/>
          <ac:spMkLst>
            <pc:docMk/>
            <pc:sldMk cId="3006262485" sldId="328"/>
            <ac:spMk id="7" creationId="{94578FE3-DF60-7AC3-0C2E-65C8F0CB4964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026" creationId="{1316945A-A589-9000-0F5D-51EAAFA2E305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027" creationId="{D2B04DAB-2038-F157-4C65-D8E7C5DCFE33}"/>
          </ac:spMkLst>
        </pc:spChg>
        <pc:spChg chg="del">
          <ac:chgData name="Phan Thanh Duy" userId="7fe205da-551d-4fae-b045-58d66fb40073" providerId="ADAL" clId="{A441D81C-AEF8-464D-902E-B6449B34371D}" dt="2026-10-06T09:03:25.558" v="2666" actId="478"/>
          <ac:spMkLst>
            <pc:docMk/>
            <pc:sldMk cId="3006262485" sldId="328"/>
            <ac:spMk id="1029" creationId="{51192101-F081-71DF-3DF6-2BA47E8FAC49}"/>
          </ac:spMkLst>
        </pc:spChg>
        <pc:spChg chg="del">
          <ac:chgData name="Phan Thanh Duy" userId="7fe205da-551d-4fae-b045-58d66fb40073" providerId="ADAL" clId="{A441D81C-AEF8-464D-902E-B6449B34371D}" dt="2026-10-06T09:03:25.558" v="2666" actId="478"/>
          <ac:spMkLst>
            <pc:docMk/>
            <pc:sldMk cId="3006262485" sldId="328"/>
            <ac:spMk id="1362" creationId="{4D8AB283-B46B-798E-CC19-4858063A81E9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63" creationId="{2CFD54BA-A200-B92A-9D53-807C23248B37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65" creationId="{D3EA10D7-8F1F-C82B-09D6-D3447D38BBCC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68" creationId="{DCAFD8ED-2C74-E10A-F5CF-1EEA3108D60B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70" creationId="{40271C47-D5FC-140E-DD44-AD632066427F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71" creationId="{F086D075-A747-A3AF-C075-99463FA0921F}"/>
          </ac:spMkLst>
        </pc:spChg>
        <pc:spChg chg="del">
          <ac:chgData name="Phan Thanh Duy" userId="7fe205da-551d-4fae-b045-58d66fb40073" providerId="ADAL" clId="{A441D81C-AEF8-464D-902E-B6449B34371D}" dt="2026-10-06T09:03:22.994" v="2665" actId="478"/>
          <ac:spMkLst>
            <pc:docMk/>
            <pc:sldMk cId="3006262485" sldId="328"/>
            <ac:spMk id="1374" creationId="{AB6E29E5-F2D4-C9CE-32B3-50F98ABEDBE4}"/>
          </ac:spMkLst>
        </pc:spChg>
        <pc:picChg chg="add mod">
          <ac:chgData name="Phan Thanh Duy" userId="7fe205da-551d-4fae-b045-58d66fb40073" providerId="ADAL" clId="{A441D81C-AEF8-464D-902E-B6449B34371D}" dt="2026-10-06T09:09:01.333" v="2963" actId="1076"/>
          <ac:picMkLst>
            <pc:docMk/>
            <pc:sldMk cId="3006262485" sldId="328"/>
            <ac:picMk id="3" creationId="{13EE1591-7284-96D2-8771-E71A8BC23DDE}"/>
          </ac:picMkLst>
        </pc:picChg>
        <pc:cxnChg chg="del mod">
          <ac:chgData name="Phan Thanh Duy" userId="7fe205da-551d-4fae-b045-58d66fb40073" providerId="ADAL" clId="{A441D81C-AEF8-464D-902E-B6449B34371D}" dt="2026-10-06T09:03:22.994" v="2665" actId="478"/>
          <ac:cxnSpMkLst>
            <pc:docMk/>
            <pc:sldMk cId="3006262485" sldId="328"/>
            <ac:cxnSpMk id="1364" creationId="{5FCCF2D3-3308-84C4-7E11-C36DF1D3E32A}"/>
          </ac:cxnSpMkLst>
        </pc:cxnChg>
        <pc:cxnChg chg="del mod">
          <ac:chgData name="Phan Thanh Duy" userId="7fe205da-551d-4fae-b045-58d66fb40073" providerId="ADAL" clId="{A441D81C-AEF8-464D-902E-B6449B34371D}" dt="2026-10-06T09:03:22.994" v="2665" actId="478"/>
          <ac:cxnSpMkLst>
            <pc:docMk/>
            <pc:sldMk cId="3006262485" sldId="328"/>
            <ac:cxnSpMk id="1372" creationId="{2B36A279-6478-2BD4-902C-19939155D98A}"/>
          </ac:cxnSpMkLst>
        </pc:cxnChg>
      </pc:sldChg>
      <pc:sldChg chg="modSp add mod modTransition">
        <pc:chgData name="Phan Thanh Duy" userId="7fe205da-551d-4fae-b045-58d66fb40073" providerId="ADAL" clId="{A441D81C-AEF8-464D-902E-B6449B34371D}" dt="2026-10-06T16:21:00.561" v="4256"/>
        <pc:sldMkLst>
          <pc:docMk/>
          <pc:sldMk cId="1846340774" sldId="329"/>
        </pc:sldMkLst>
        <pc:spChg chg="mod">
          <ac:chgData name="Phan Thanh Duy" userId="7fe205da-551d-4fae-b045-58d66fb40073" providerId="ADAL" clId="{A441D81C-AEF8-464D-902E-B6449B34371D}" dt="2026-10-06T10:17:53.336" v="3032" actId="20577"/>
          <ac:spMkLst>
            <pc:docMk/>
            <pc:sldMk cId="1846340774" sldId="329"/>
            <ac:spMk id="1039" creationId="{3BB3FCB4-FAC5-A6ED-1A97-36D8B783A037}"/>
          </ac:spMkLst>
        </pc:spChg>
      </pc:sldChg>
      <pc:sldChg chg="addSp delSp modSp add mod">
        <pc:chgData name="Phan Thanh Duy" userId="7fe205da-551d-4fae-b045-58d66fb40073" providerId="ADAL" clId="{A441D81C-AEF8-464D-902E-B6449B34371D}" dt="2026-10-06T10:17:58.623" v="3045" actId="20577"/>
        <pc:sldMkLst>
          <pc:docMk/>
          <pc:sldMk cId="3072166256" sldId="330"/>
        </pc:sldMkLst>
        <pc:spChg chg="mod">
          <ac:chgData name="Phan Thanh Duy" userId="7fe205da-551d-4fae-b045-58d66fb40073" providerId="ADAL" clId="{A441D81C-AEF8-464D-902E-B6449B34371D}" dt="2026-10-06T10:17:17.993" v="3016" actId="1076"/>
          <ac:spMkLst>
            <pc:docMk/>
            <pc:sldMk cId="3072166256" sldId="330"/>
            <ac:spMk id="7" creationId="{E9DDA520-4F56-C187-5488-FC9141C37135}"/>
          </ac:spMkLst>
        </pc:spChg>
        <pc:spChg chg="mod">
          <ac:chgData name="Phan Thanh Duy" userId="7fe205da-551d-4fae-b045-58d66fb40073" providerId="ADAL" clId="{A441D81C-AEF8-464D-902E-B6449B34371D}" dt="2026-10-06T10:17:58.623" v="3045" actId="20577"/>
          <ac:spMkLst>
            <pc:docMk/>
            <pc:sldMk cId="3072166256" sldId="330"/>
            <ac:spMk id="1039" creationId="{01E461E7-4A64-BECC-EFDE-12109008838B}"/>
          </ac:spMkLst>
        </pc:spChg>
        <pc:picChg chg="mod">
          <ac:chgData name="Phan Thanh Duy" userId="7fe205da-551d-4fae-b045-58d66fb40073" providerId="ADAL" clId="{A441D81C-AEF8-464D-902E-B6449B34371D}" dt="2026-10-06T10:16:42.150" v="3001" actId="1076"/>
          <ac:picMkLst>
            <pc:docMk/>
            <pc:sldMk cId="3072166256" sldId="330"/>
            <ac:picMk id="3" creationId="{B3D6DA17-E598-88EA-C978-BA7DA161D164}"/>
          </ac:picMkLst>
        </pc:picChg>
        <pc:picChg chg="add mod">
          <ac:chgData name="Phan Thanh Duy" userId="7fe205da-551d-4fae-b045-58d66fb40073" providerId="ADAL" clId="{A441D81C-AEF8-464D-902E-B6449B34371D}" dt="2026-10-06T10:17:30.383" v="3019" actId="14100"/>
          <ac:picMkLst>
            <pc:docMk/>
            <pc:sldMk cId="3072166256" sldId="330"/>
            <ac:picMk id="5" creationId="{E604748D-B7B7-A73F-BDE0-4F80B03E41CA}"/>
          </ac:picMkLst>
        </pc:picChg>
        <pc:picChg chg="del">
          <ac:chgData name="Phan Thanh Duy" userId="7fe205da-551d-4fae-b045-58d66fb40073" providerId="ADAL" clId="{A441D81C-AEF8-464D-902E-B6449B34371D}" dt="2026-10-06T10:16:23.041" v="2993" actId="478"/>
          <ac:picMkLst>
            <pc:docMk/>
            <pc:sldMk cId="3072166256" sldId="330"/>
            <ac:picMk id="12" creationId="{7665E151-844E-1ED2-345C-918F49D78EE9}"/>
          </ac:picMkLst>
        </pc:picChg>
        <pc:cxnChg chg="mod">
          <ac:chgData name="Phan Thanh Duy" userId="7fe205da-551d-4fae-b045-58d66fb40073" providerId="ADAL" clId="{A441D81C-AEF8-464D-902E-B6449B34371D}" dt="2026-10-06T10:17:10.076" v="3014" actId="1076"/>
          <ac:cxnSpMkLst>
            <pc:docMk/>
            <pc:sldMk cId="3072166256" sldId="330"/>
            <ac:cxnSpMk id="16" creationId="{C8309687-3D39-67B4-8AE2-C1B2B5A884F8}"/>
          </ac:cxnSpMkLst>
        </pc:cxnChg>
        <pc:cxnChg chg="mod">
          <ac:chgData name="Phan Thanh Duy" userId="7fe205da-551d-4fae-b045-58d66fb40073" providerId="ADAL" clId="{A441D81C-AEF8-464D-902E-B6449B34371D}" dt="2026-10-06T10:17:11.809" v="3015" actId="1076"/>
          <ac:cxnSpMkLst>
            <pc:docMk/>
            <pc:sldMk cId="3072166256" sldId="330"/>
            <ac:cxnSpMk id="17" creationId="{1F7AB45D-4C8D-F5FB-26AC-74CC68406BCC}"/>
          </ac:cxnSpMkLst>
        </pc:cxnChg>
      </pc:sldChg>
      <pc:sldChg chg="addSp delSp modSp add mod">
        <pc:chgData name="Phan Thanh Duy" userId="7fe205da-551d-4fae-b045-58d66fb40073" providerId="ADAL" clId="{A441D81C-AEF8-464D-902E-B6449B34371D}" dt="2026-10-06T10:25:42.630" v="3107" actId="1076"/>
        <pc:sldMkLst>
          <pc:docMk/>
          <pc:sldMk cId="57099797" sldId="331"/>
        </pc:sldMkLst>
        <pc:spChg chg="add mod">
          <ac:chgData name="Phan Thanh Duy" userId="7fe205da-551d-4fae-b045-58d66fb40073" providerId="ADAL" clId="{A441D81C-AEF8-464D-902E-B6449B34371D}" dt="2026-10-06T10:25:42.630" v="3107" actId="1076"/>
          <ac:spMkLst>
            <pc:docMk/>
            <pc:sldMk cId="57099797" sldId="331"/>
            <ac:spMk id="6" creationId="{5A9FE4CD-0331-E7FD-E447-C609F4658E57}"/>
          </ac:spMkLst>
        </pc:spChg>
        <pc:spChg chg="del">
          <ac:chgData name="Phan Thanh Duy" userId="7fe205da-551d-4fae-b045-58d66fb40073" providerId="ADAL" clId="{A441D81C-AEF8-464D-902E-B6449B34371D}" dt="2026-10-06T10:21:03.532" v="3065" actId="478"/>
          <ac:spMkLst>
            <pc:docMk/>
            <pc:sldMk cId="57099797" sldId="331"/>
            <ac:spMk id="13" creationId="{2663E8BD-CA68-1099-ABE1-9159180C7855}"/>
          </ac:spMkLst>
        </pc:spChg>
        <pc:spChg chg="mod">
          <ac:chgData name="Phan Thanh Duy" userId="7fe205da-551d-4fae-b045-58d66fb40073" providerId="ADAL" clId="{A441D81C-AEF8-464D-902E-B6449B34371D}" dt="2026-10-06T10:25:24.053" v="3105" actId="14100"/>
          <ac:spMkLst>
            <pc:docMk/>
            <pc:sldMk cId="57099797" sldId="331"/>
            <ac:spMk id="16" creationId="{FDCD9A6C-AF2F-3527-1F78-DD6BBBACC062}"/>
          </ac:spMkLst>
        </pc:spChg>
        <pc:spChg chg="add mod ord">
          <ac:chgData name="Phan Thanh Duy" userId="7fe205da-551d-4fae-b045-58d66fb40073" providerId="ADAL" clId="{A441D81C-AEF8-464D-902E-B6449B34371D}" dt="2026-10-06T10:23:34.891" v="3087" actId="14100"/>
          <ac:spMkLst>
            <pc:docMk/>
            <pc:sldMk cId="57099797" sldId="331"/>
            <ac:spMk id="17" creationId="{899E84D0-5138-28A5-58F2-E806CA42BEE4}"/>
          </ac:spMkLst>
        </pc:spChg>
        <pc:spChg chg="mod ord">
          <ac:chgData name="Phan Thanh Duy" userId="7fe205da-551d-4fae-b045-58d66fb40073" providerId="ADAL" clId="{A441D81C-AEF8-464D-902E-B6449B34371D}" dt="2026-10-06T10:25:24.053" v="3105" actId="14100"/>
          <ac:spMkLst>
            <pc:docMk/>
            <pc:sldMk cId="57099797" sldId="331"/>
            <ac:spMk id="18" creationId="{9761847B-F78F-BD74-35A5-C123A7C8B04F}"/>
          </ac:spMkLst>
        </pc:spChg>
        <pc:spChg chg="mod">
          <ac:chgData name="Phan Thanh Duy" userId="7fe205da-551d-4fae-b045-58d66fb40073" providerId="ADAL" clId="{A441D81C-AEF8-464D-902E-B6449B34371D}" dt="2026-10-06T10:21:09.862" v="3066" actId="1076"/>
          <ac:spMkLst>
            <pc:docMk/>
            <pc:sldMk cId="57099797" sldId="331"/>
            <ac:spMk id="26" creationId="{6F6E2AE9-D899-DE63-7277-8885E18A4AEE}"/>
          </ac:spMkLst>
        </pc:spChg>
        <pc:grpChg chg="mod">
          <ac:chgData name="Phan Thanh Duy" userId="7fe205da-551d-4fae-b045-58d66fb40073" providerId="ADAL" clId="{A441D81C-AEF8-464D-902E-B6449B34371D}" dt="2026-10-06T10:25:24.053" v="3105" actId="14100"/>
          <ac:grpSpMkLst>
            <pc:docMk/>
            <pc:sldMk cId="57099797" sldId="331"/>
            <ac:grpSpMk id="1061" creationId="{DCC20C9C-ABAE-B32D-6C7C-D7FF6A37AAC1}"/>
          </ac:grpSpMkLst>
        </pc:grpChg>
        <pc:picChg chg="add mod">
          <ac:chgData name="Phan Thanh Duy" userId="7fe205da-551d-4fae-b045-58d66fb40073" providerId="ADAL" clId="{A441D81C-AEF8-464D-902E-B6449B34371D}" dt="2026-10-06T10:25:00.952" v="3097" actId="1076"/>
          <ac:picMkLst>
            <pc:docMk/>
            <pc:sldMk cId="57099797" sldId="331"/>
            <ac:picMk id="3" creationId="{FB252C7D-666E-5D49-B3C0-D573A054924B}"/>
          </ac:picMkLst>
        </pc:picChg>
        <pc:picChg chg="del">
          <ac:chgData name="Phan Thanh Duy" userId="7fe205da-551d-4fae-b045-58d66fb40073" providerId="ADAL" clId="{A441D81C-AEF8-464D-902E-B6449B34371D}" dt="2026-10-06T10:20:08.677" v="3046" actId="478"/>
          <ac:picMkLst>
            <pc:docMk/>
            <pc:sldMk cId="57099797" sldId="331"/>
            <ac:picMk id="10" creationId="{7E8CA975-BC75-B662-864E-995565FE724F}"/>
          </ac:picMkLst>
        </pc:picChg>
        <pc:picChg chg="del">
          <ac:chgData name="Phan Thanh Duy" userId="7fe205da-551d-4fae-b045-58d66fb40073" providerId="ADAL" clId="{A441D81C-AEF8-464D-902E-B6449B34371D}" dt="2026-10-06T10:21:03.532" v="3065" actId="478"/>
          <ac:picMkLst>
            <pc:docMk/>
            <pc:sldMk cId="57099797" sldId="331"/>
            <ac:picMk id="15" creationId="{4C3D88E9-A6CF-7C65-3C69-42C285D6BA91}"/>
          </ac:picMkLst>
        </pc:picChg>
        <pc:cxnChg chg="add mod">
          <ac:chgData name="Phan Thanh Duy" userId="7fe205da-551d-4fae-b045-58d66fb40073" providerId="ADAL" clId="{A441D81C-AEF8-464D-902E-B6449B34371D}" dt="2026-10-06T10:25:42.630" v="3107" actId="1076"/>
          <ac:cxnSpMkLst>
            <pc:docMk/>
            <pc:sldMk cId="57099797" sldId="331"/>
            <ac:cxnSpMk id="7" creationId="{C0F0A309-A5F1-A665-C631-B19772040874}"/>
          </ac:cxnSpMkLst>
        </pc:cxnChg>
      </pc:sldChg>
      <pc:sldChg chg="addSp modSp add mod">
        <pc:chgData name="Phan Thanh Duy" userId="7fe205da-551d-4fae-b045-58d66fb40073" providerId="ADAL" clId="{A441D81C-AEF8-464D-902E-B6449B34371D}" dt="2026-10-06T10:27:35.599" v="3121"/>
        <pc:sldMkLst>
          <pc:docMk/>
          <pc:sldMk cId="3985805051" sldId="332"/>
        </pc:sldMkLst>
        <pc:spChg chg="add mod">
          <ac:chgData name="Phan Thanh Duy" userId="7fe205da-551d-4fae-b045-58d66fb40073" providerId="ADAL" clId="{A441D81C-AEF8-464D-902E-B6449B34371D}" dt="2026-10-06T10:26:46.124" v="3119" actId="1076"/>
          <ac:spMkLst>
            <pc:docMk/>
            <pc:sldMk cId="3985805051" sldId="332"/>
            <ac:spMk id="5" creationId="{F0A4D0BE-7B17-677F-E086-EB5FC5BB6D5D}"/>
          </ac:spMkLst>
        </pc:spChg>
        <pc:spChg chg="mod">
          <ac:chgData name="Phan Thanh Duy" userId="7fe205da-551d-4fae-b045-58d66fb40073" providerId="ADAL" clId="{A441D81C-AEF8-464D-902E-B6449B34371D}" dt="2026-10-06T10:26:41.799" v="3118" actId="1076"/>
          <ac:spMkLst>
            <pc:docMk/>
            <pc:sldMk cId="3985805051" sldId="332"/>
            <ac:spMk id="26" creationId="{02962356-39DA-BF8A-EE5C-30FD5EEA9FAB}"/>
          </ac:spMkLst>
        </pc:spChg>
        <pc:spChg chg="mod">
          <ac:chgData name="Phan Thanh Duy" userId="7fe205da-551d-4fae-b045-58d66fb40073" providerId="ADAL" clId="{A441D81C-AEF8-464D-902E-B6449B34371D}" dt="2026-10-06T10:27:35.599" v="3121"/>
          <ac:spMkLst>
            <pc:docMk/>
            <pc:sldMk cId="3985805051" sldId="332"/>
            <ac:spMk id="1024" creationId="{5A059649-46E5-D838-84BC-6EBE50B6A1D2}"/>
          </ac:spMkLst>
        </pc:spChg>
        <pc:cxnChg chg="mod">
          <ac:chgData name="Phan Thanh Duy" userId="7fe205da-551d-4fae-b045-58d66fb40073" providerId="ADAL" clId="{A441D81C-AEF8-464D-902E-B6449B34371D}" dt="2026-10-06T10:26:46.124" v="3119" actId="1076"/>
          <ac:cxnSpMkLst>
            <pc:docMk/>
            <pc:sldMk cId="3985805051" sldId="332"/>
            <ac:cxnSpMk id="7" creationId="{11311DA6-FD23-08CE-A351-B520BEC1A1FF}"/>
          </ac:cxnSpMkLst>
        </pc:cxnChg>
        <pc:cxnChg chg="mod">
          <ac:chgData name="Phan Thanh Duy" userId="7fe205da-551d-4fae-b045-58d66fb40073" providerId="ADAL" clId="{A441D81C-AEF8-464D-902E-B6449B34371D}" dt="2026-10-06T10:26:41.799" v="3118" actId="1076"/>
          <ac:cxnSpMkLst>
            <pc:docMk/>
            <pc:sldMk cId="3985805051" sldId="332"/>
            <ac:cxnSpMk id="27" creationId="{06B46706-5E8C-73B8-501B-F95EE77C0F9E}"/>
          </ac:cxnSpMkLst>
        </pc:cxnChg>
      </pc:sldChg>
      <pc:sldChg chg="add">
        <pc:chgData name="Phan Thanh Duy" userId="7fe205da-551d-4fae-b045-58d66fb40073" providerId="ADAL" clId="{A441D81C-AEF8-464D-902E-B6449B34371D}" dt="2026-10-06T10:13:01.821" v="2992"/>
        <pc:sldMkLst>
          <pc:docMk/>
          <pc:sldMk cId="946336030" sldId="333"/>
        </pc:sldMkLst>
      </pc:sldChg>
      <pc:sldChg chg="add">
        <pc:chgData name="Phan Thanh Duy" userId="7fe205da-551d-4fae-b045-58d66fb40073" providerId="ADAL" clId="{A441D81C-AEF8-464D-902E-B6449B34371D}" dt="2026-10-06T10:13:01.821" v="2992"/>
        <pc:sldMkLst>
          <pc:docMk/>
          <pc:sldMk cId="3381262676" sldId="334"/>
        </pc:sldMkLst>
      </pc:sldChg>
      <pc:sldChg chg="add">
        <pc:chgData name="Phan Thanh Duy" userId="7fe205da-551d-4fae-b045-58d66fb40073" providerId="ADAL" clId="{A441D81C-AEF8-464D-902E-B6449B34371D}" dt="2026-10-06T10:13:01.821" v="2992"/>
        <pc:sldMkLst>
          <pc:docMk/>
          <pc:sldMk cId="2064647016" sldId="335"/>
        </pc:sldMkLst>
      </pc:sldChg>
      <pc:sldChg chg="add">
        <pc:chgData name="Phan Thanh Duy" userId="7fe205da-551d-4fae-b045-58d66fb40073" providerId="ADAL" clId="{A441D81C-AEF8-464D-902E-B6449B34371D}" dt="2026-10-06T10:13:01.821" v="2992"/>
        <pc:sldMkLst>
          <pc:docMk/>
          <pc:sldMk cId="544355724" sldId="336"/>
        </pc:sldMkLst>
      </pc:sldChg>
      <pc:sldChg chg="add">
        <pc:chgData name="Phan Thanh Duy" userId="7fe205da-551d-4fae-b045-58d66fb40073" providerId="ADAL" clId="{A441D81C-AEF8-464D-902E-B6449B34371D}" dt="2026-10-06T10:13:01.821" v="2992"/>
        <pc:sldMkLst>
          <pc:docMk/>
          <pc:sldMk cId="1639352003" sldId="337"/>
        </pc:sldMkLst>
      </pc:sldChg>
      <pc:sldChg chg="add">
        <pc:chgData name="Phan Thanh Duy" userId="7fe205da-551d-4fae-b045-58d66fb40073" providerId="ADAL" clId="{A441D81C-AEF8-464D-902E-B6449B34371D}" dt="2026-10-06T10:13:01.821" v="2992"/>
        <pc:sldMkLst>
          <pc:docMk/>
          <pc:sldMk cId="3735159372" sldId="338"/>
        </pc:sldMkLst>
      </pc:sldChg>
      <pc:sldChg chg="add">
        <pc:chgData name="Phan Thanh Duy" userId="7fe205da-551d-4fae-b045-58d66fb40073" providerId="ADAL" clId="{A441D81C-AEF8-464D-902E-B6449B34371D}" dt="2026-10-06T10:13:01.821" v="2992"/>
        <pc:sldMkLst>
          <pc:docMk/>
          <pc:sldMk cId="2592141811" sldId="339"/>
        </pc:sldMkLst>
      </pc:sldChg>
      <pc:sldChg chg="add">
        <pc:chgData name="Phan Thanh Duy" userId="7fe205da-551d-4fae-b045-58d66fb40073" providerId="ADAL" clId="{A441D81C-AEF8-464D-902E-B6449B34371D}" dt="2026-10-06T10:13:01.821" v="2992"/>
        <pc:sldMkLst>
          <pc:docMk/>
          <pc:sldMk cId="471639748" sldId="340"/>
        </pc:sldMkLst>
      </pc:sldChg>
      <pc:sldChg chg="add">
        <pc:chgData name="Phan Thanh Duy" userId="7fe205da-551d-4fae-b045-58d66fb40073" providerId="ADAL" clId="{A441D81C-AEF8-464D-902E-B6449B34371D}" dt="2026-10-06T10:13:01.821" v="2992"/>
        <pc:sldMkLst>
          <pc:docMk/>
          <pc:sldMk cId="2038032505" sldId="341"/>
        </pc:sldMkLst>
      </pc:sldChg>
      <pc:sldChg chg="add">
        <pc:chgData name="Phan Thanh Duy" userId="7fe205da-551d-4fae-b045-58d66fb40073" providerId="ADAL" clId="{A441D81C-AEF8-464D-902E-B6449B34371D}" dt="2026-10-06T10:13:01.821" v="2992"/>
        <pc:sldMkLst>
          <pc:docMk/>
          <pc:sldMk cId="14426336" sldId="342"/>
        </pc:sldMkLst>
      </pc:sldChg>
      <pc:sldChg chg="modSp add mod">
        <pc:chgData name="Phan Thanh Duy" userId="7fe205da-551d-4fae-b045-58d66fb40073" providerId="ADAL" clId="{A441D81C-AEF8-464D-902E-B6449B34371D}" dt="2026-10-06T10:57:49.693" v="3181" actId="14100"/>
        <pc:sldMkLst>
          <pc:docMk/>
          <pc:sldMk cId="728692313" sldId="343"/>
        </pc:sldMkLst>
        <pc:spChg chg="mod">
          <ac:chgData name="Phan Thanh Duy" userId="7fe205da-551d-4fae-b045-58d66fb40073" providerId="ADAL" clId="{A441D81C-AEF8-464D-902E-B6449B34371D}" dt="2026-10-06T10:57:49.693" v="3181" actId="14100"/>
          <ac:spMkLst>
            <pc:docMk/>
            <pc:sldMk cId="728692313" sldId="343"/>
            <ac:spMk id="2" creationId="{F5873239-A9B7-5D19-54C1-EAFFC9D541EC}"/>
          </ac:spMkLst>
        </pc:spChg>
        <pc:spChg chg="mod">
          <ac:chgData name="Phan Thanh Duy" userId="7fe205da-551d-4fae-b045-58d66fb40073" providerId="ADAL" clId="{A441D81C-AEF8-464D-902E-B6449B34371D}" dt="2026-10-06T10:57:31.513" v="3123" actId="20577"/>
          <ac:spMkLst>
            <pc:docMk/>
            <pc:sldMk cId="728692313" sldId="343"/>
            <ac:spMk id="1112" creationId="{650D0341-60E6-7281-4F9D-5C5E9FAC2659}"/>
          </ac:spMkLst>
        </pc:spChg>
        <pc:spChg chg="mod">
          <ac:chgData name="Phan Thanh Duy" userId="7fe205da-551d-4fae-b045-58d66fb40073" providerId="ADAL" clId="{A441D81C-AEF8-464D-902E-B6449B34371D}" dt="2026-10-06T10:57:40.076" v="3141" actId="14100"/>
          <ac:spMkLst>
            <pc:docMk/>
            <pc:sldMk cId="728692313" sldId="343"/>
            <ac:spMk id="1113" creationId="{D247B236-22BE-DA9E-127D-B29599528ACB}"/>
          </ac:spMkLst>
        </pc:spChg>
      </pc:sldChg>
      <pc:sldChg chg="add del">
        <pc:chgData name="Phan Thanh Duy" userId="7fe205da-551d-4fae-b045-58d66fb40073" providerId="ADAL" clId="{A441D81C-AEF8-464D-902E-B6449B34371D}" dt="2026-10-06T11:00:06.477" v="3185" actId="47"/>
        <pc:sldMkLst>
          <pc:docMk/>
          <pc:sldMk cId="2302155610" sldId="344"/>
        </pc:sldMkLst>
      </pc:sldChg>
      <pc:sldChg chg="addSp delSp modSp add del mod">
        <pc:chgData name="Phan Thanh Duy" userId="7fe205da-551d-4fae-b045-58d66fb40073" providerId="ADAL" clId="{A441D81C-AEF8-464D-902E-B6449B34371D}" dt="2026-10-06T11:00:02.691" v="3184" actId="47"/>
        <pc:sldMkLst>
          <pc:docMk/>
          <pc:sldMk cId="2299742626" sldId="345"/>
        </pc:sldMkLst>
        <pc:spChg chg="del">
          <ac:chgData name="Phan Thanh Duy" userId="7fe205da-551d-4fae-b045-58d66fb40073" providerId="ADAL" clId="{A441D81C-AEF8-464D-902E-B6449B34371D}" dt="2026-10-06T10:59:32.896" v="3182" actId="478"/>
          <ac:spMkLst>
            <pc:docMk/>
            <pc:sldMk cId="2299742626" sldId="345"/>
            <ac:spMk id="7" creationId="{885846D6-F47A-72EE-3E83-61D0AD3A527D}"/>
          </ac:spMkLst>
        </pc:spChg>
        <pc:spChg chg="add del mod">
          <ac:chgData name="Phan Thanh Duy" userId="7fe205da-551d-4fae-b045-58d66fb40073" providerId="ADAL" clId="{A441D81C-AEF8-464D-902E-B6449B34371D}" dt="2026-10-06T10:59:38.271" v="3183" actId="478"/>
          <ac:spMkLst>
            <pc:docMk/>
            <pc:sldMk cId="2299742626" sldId="345"/>
            <ac:spMk id="8" creationId="{3426F21F-B1E2-37BD-880D-7D4F0379A0C0}"/>
          </ac:spMkLst>
        </pc:spChg>
        <pc:picChg chg="del">
          <ac:chgData name="Phan Thanh Duy" userId="7fe205da-551d-4fae-b045-58d66fb40073" providerId="ADAL" clId="{A441D81C-AEF8-464D-902E-B6449B34371D}" dt="2026-10-06T10:59:32.896" v="3182" actId="478"/>
          <ac:picMkLst>
            <pc:docMk/>
            <pc:sldMk cId="2299742626" sldId="345"/>
            <ac:picMk id="3" creationId="{352B4B5D-CF2C-0422-B28F-34B4C335EFB6}"/>
          </ac:picMkLst>
        </pc:picChg>
        <pc:picChg chg="del">
          <ac:chgData name="Phan Thanh Duy" userId="7fe205da-551d-4fae-b045-58d66fb40073" providerId="ADAL" clId="{A441D81C-AEF8-464D-902E-B6449B34371D}" dt="2026-10-06T10:59:32.896" v="3182" actId="478"/>
          <ac:picMkLst>
            <pc:docMk/>
            <pc:sldMk cId="2299742626" sldId="345"/>
            <ac:picMk id="5" creationId="{D06741A4-1E7B-8EC5-BDF3-820DE201F745}"/>
          </ac:picMkLst>
        </pc:picChg>
        <pc:cxnChg chg="del">
          <ac:chgData name="Phan Thanh Duy" userId="7fe205da-551d-4fae-b045-58d66fb40073" providerId="ADAL" clId="{A441D81C-AEF8-464D-902E-B6449B34371D}" dt="2026-10-06T10:59:38.271" v="3183" actId="478"/>
          <ac:cxnSpMkLst>
            <pc:docMk/>
            <pc:sldMk cId="2299742626" sldId="345"/>
            <ac:cxnSpMk id="16" creationId="{5F0EF39E-23AE-FC3B-68A0-1360AAA01C69}"/>
          </ac:cxnSpMkLst>
        </pc:cxnChg>
      </pc:sldChg>
      <pc:sldChg chg="add del">
        <pc:chgData name="Phan Thanh Duy" userId="7fe205da-551d-4fae-b045-58d66fb40073" providerId="ADAL" clId="{A441D81C-AEF8-464D-902E-B6449B34371D}" dt="2026-10-06T11:00:02.691" v="3184" actId="47"/>
        <pc:sldMkLst>
          <pc:docMk/>
          <pc:sldMk cId="2721067345" sldId="346"/>
        </pc:sldMkLst>
      </pc:sldChg>
      <pc:sldChg chg="addSp delSp modSp add mod addAnim delAnim modAnim">
        <pc:chgData name="Phan Thanh Duy" userId="7fe205da-551d-4fae-b045-58d66fb40073" providerId="ADAL" clId="{A441D81C-AEF8-464D-902E-B6449B34371D}" dt="2026-10-06T16:22:24.403" v="4263" actId="20577"/>
        <pc:sldMkLst>
          <pc:docMk/>
          <pc:sldMk cId="1830603940" sldId="347"/>
        </pc:sldMkLst>
        <pc:spChg chg="mod">
          <ac:chgData name="Phan Thanh Duy" userId="7fe205da-551d-4fae-b045-58d66fb40073" providerId="ADAL" clId="{A441D81C-AEF8-464D-902E-B6449B34371D}" dt="2026-10-06T12:01:29.323" v="3376" actId="14100"/>
          <ac:spMkLst>
            <pc:docMk/>
            <pc:sldMk cId="1830603940" sldId="347"/>
            <ac:spMk id="3" creationId="{2EB84D43-DEFB-2D35-9C67-7A1106FE0FBB}"/>
          </ac:spMkLst>
        </pc:spChg>
        <pc:spChg chg="add del">
          <ac:chgData name="Phan Thanh Duy" userId="7fe205da-551d-4fae-b045-58d66fb40073" providerId="ADAL" clId="{A441D81C-AEF8-464D-902E-B6449B34371D}" dt="2026-10-06T11:12:52.219" v="3192" actId="22"/>
          <ac:spMkLst>
            <pc:docMk/>
            <pc:sldMk cId="1830603940" sldId="347"/>
            <ac:spMk id="6" creationId="{4D07967D-D1DA-3A26-45F8-8DBAA49E8A42}"/>
          </ac:spMkLst>
        </pc:spChg>
        <pc:spChg chg="mod">
          <ac:chgData name="Phan Thanh Duy" userId="7fe205da-551d-4fae-b045-58d66fb40073" providerId="ADAL" clId="{A441D81C-AEF8-464D-902E-B6449B34371D}" dt="2026-10-06T16:22:24.403" v="4263" actId="20577"/>
          <ac:spMkLst>
            <pc:docMk/>
            <pc:sldMk cId="1830603940" sldId="347"/>
            <ac:spMk id="8" creationId="{965FD071-2C18-8E2A-2AD9-3B97FE3DA0F7}"/>
          </ac:spMkLst>
        </pc:spChg>
        <pc:spChg chg="add del mod">
          <ac:chgData name="Phan Thanh Duy" userId="7fe205da-551d-4fae-b045-58d66fb40073" providerId="ADAL" clId="{A441D81C-AEF8-464D-902E-B6449B34371D}" dt="2026-10-06T15:19:37.304" v="3920" actId="478"/>
          <ac:spMkLst>
            <pc:docMk/>
            <pc:sldMk cId="1830603940" sldId="347"/>
            <ac:spMk id="13" creationId="{39382F29-6813-3B06-1B13-B7DB3683CDDC}"/>
          </ac:spMkLst>
        </pc:spChg>
        <pc:spChg chg="add mod">
          <ac:chgData name="Phan Thanh Duy" userId="7fe205da-551d-4fae-b045-58d66fb40073" providerId="ADAL" clId="{A441D81C-AEF8-464D-902E-B6449B34371D}" dt="2026-10-06T15:19:37.768" v="3921"/>
          <ac:spMkLst>
            <pc:docMk/>
            <pc:sldMk cId="1830603940" sldId="347"/>
            <ac:spMk id="14" creationId="{9EC655E1-5838-EE3E-AC17-217F6CB5B606}"/>
          </ac:spMkLst>
        </pc:spChg>
        <pc:spChg chg="del">
          <ac:chgData name="Phan Thanh Duy" userId="7fe205da-551d-4fae-b045-58d66fb40073" providerId="ADAL" clId="{A441D81C-AEF8-464D-902E-B6449B34371D}" dt="2026-10-06T11:12:27.316" v="3187" actId="478"/>
          <ac:spMkLst>
            <pc:docMk/>
            <pc:sldMk cId="1830603940" sldId="347"/>
            <ac:spMk id="14" creationId="{CBA7DFDB-0197-6B33-1B00-8D65C1B91508}"/>
          </ac:spMkLst>
        </pc:spChg>
        <pc:spChg chg="del mod">
          <ac:chgData name="Phan Thanh Duy" userId="7fe205da-551d-4fae-b045-58d66fb40073" providerId="ADAL" clId="{A441D81C-AEF8-464D-902E-B6449B34371D}" dt="2026-10-06T11:18:03.542" v="3291" actId="478"/>
          <ac:spMkLst>
            <pc:docMk/>
            <pc:sldMk cId="1830603940" sldId="347"/>
            <ac:spMk id="16" creationId="{6556D7A6-7384-F211-B648-19A842D13A06}"/>
          </ac:spMkLst>
        </pc:spChg>
        <pc:spChg chg="mod">
          <ac:chgData name="Phan Thanh Duy" userId="7fe205da-551d-4fae-b045-58d66fb40073" providerId="ADAL" clId="{A441D81C-AEF8-464D-902E-B6449B34371D}" dt="2026-10-06T14:31:59.909" v="3417" actId="962"/>
          <ac:spMkLst>
            <pc:docMk/>
            <pc:sldMk cId="1830603940" sldId="347"/>
            <ac:spMk id="23" creationId="{828712F9-66D8-A724-8069-8AD0FC6344C5}"/>
          </ac:spMkLst>
        </pc:spChg>
        <pc:spChg chg="mod">
          <ac:chgData name="Phan Thanh Duy" userId="7fe205da-551d-4fae-b045-58d66fb40073" providerId="ADAL" clId="{A441D81C-AEF8-464D-902E-B6449B34371D}" dt="2026-10-06T14:39:06.350" v="3456" actId="962"/>
          <ac:spMkLst>
            <pc:docMk/>
            <pc:sldMk cId="1830603940" sldId="347"/>
            <ac:spMk id="26" creationId="{0EEF9454-D162-AAA2-8889-BD3413A10D75}"/>
          </ac:spMkLst>
        </pc:spChg>
        <pc:spChg chg="mod">
          <ac:chgData name="Phan Thanh Duy" userId="7fe205da-551d-4fae-b045-58d66fb40073" providerId="ADAL" clId="{A441D81C-AEF8-464D-902E-B6449B34371D}" dt="2026-10-06T12:01:18.564" v="3372" actId="1076"/>
          <ac:spMkLst>
            <pc:docMk/>
            <pc:sldMk cId="1830603940" sldId="347"/>
            <ac:spMk id="1024" creationId="{E59FAE8F-71D6-5D69-AE56-3A95C9319E2A}"/>
          </ac:spMkLst>
        </pc:spChg>
        <pc:spChg chg="del mod">
          <ac:chgData name="Phan Thanh Duy" userId="7fe205da-551d-4fae-b045-58d66fb40073" providerId="ADAL" clId="{A441D81C-AEF8-464D-902E-B6449B34371D}" dt="2026-10-06T15:19:34.713" v="3919" actId="478"/>
          <ac:spMkLst>
            <pc:docMk/>
            <pc:sldMk cId="1830603940" sldId="347"/>
            <ac:spMk id="1039" creationId="{4A7571A9-CF61-00E7-6C02-02C57B543F80}"/>
          </ac:spMkLst>
        </pc:spChg>
        <pc:picChg chg="del">
          <ac:chgData name="Phan Thanh Duy" userId="7fe205da-551d-4fae-b045-58d66fb40073" providerId="ADAL" clId="{A441D81C-AEF8-464D-902E-B6449B34371D}" dt="2026-10-06T11:12:50.909" v="3190" actId="478"/>
          <ac:picMkLst>
            <pc:docMk/>
            <pc:sldMk cId="1830603940" sldId="347"/>
            <ac:picMk id="12" creationId="{8CB9C80D-C828-74A9-1BED-7682E98B33E1}"/>
          </ac:picMkLst>
        </pc:picChg>
        <pc:picChg chg="add del mod">
          <ac:chgData name="Phan Thanh Duy" userId="7fe205da-551d-4fae-b045-58d66fb40073" providerId="ADAL" clId="{A441D81C-AEF8-464D-902E-B6449B34371D}" dt="2026-10-06T12:00:29.127" v="3355" actId="478"/>
          <ac:picMkLst>
            <pc:docMk/>
            <pc:sldMk cId="1830603940" sldId="347"/>
            <ac:picMk id="13" creationId="{F2A85291-DB0F-BE35-01ED-06CABCED61C1}"/>
          </ac:picMkLst>
        </pc:picChg>
        <pc:picChg chg="add del mod">
          <ac:chgData name="Phan Thanh Duy" userId="7fe205da-551d-4fae-b045-58d66fb40073" providerId="ADAL" clId="{A441D81C-AEF8-464D-902E-B6449B34371D}" dt="2026-10-06T11:13:51.545" v="3207" actId="478"/>
          <ac:picMkLst>
            <pc:docMk/>
            <pc:sldMk cId="1830603940" sldId="347"/>
            <ac:picMk id="17" creationId="{D704EB7F-128A-6380-E789-1B22F1508F87}"/>
          </ac:picMkLst>
        </pc:picChg>
        <pc:picChg chg="del">
          <ac:chgData name="Phan Thanh Duy" userId="7fe205da-551d-4fae-b045-58d66fb40073" providerId="ADAL" clId="{A441D81C-AEF8-464D-902E-B6449B34371D}" dt="2026-10-06T11:12:31.940" v="3189" actId="478"/>
          <ac:picMkLst>
            <pc:docMk/>
            <pc:sldMk cId="1830603940" sldId="347"/>
            <ac:picMk id="18" creationId="{4A3B6FE9-F337-6CFB-1DCD-726F2B7D497D}"/>
          </ac:picMkLst>
        </pc:picChg>
        <pc:picChg chg="add mod">
          <ac:chgData name="Phan Thanh Duy" userId="7fe205da-551d-4fae-b045-58d66fb40073" providerId="ADAL" clId="{A441D81C-AEF8-464D-902E-B6449B34371D}" dt="2026-10-06T12:01:23.595" v="3375" actId="1076"/>
          <ac:picMkLst>
            <pc:docMk/>
            <pc:sldMk cId="1830603940" sldId="347"/>
            <ac:picMk id="20" creationId="{C1D28038-3850-2790-3BB8-D844E0A576AA}"/>
          </ac:picMkLst>
        </pc:picChg>
        <pc:cxnChg chg="add mod">
          <ac:chgData name="Phan Thanh Duy" userId="7fe205da-551d-4fae-b045-58d66fb40073" providerId="ADAL" clId="{A441D81C-AEF8-464D-902E-B6449B34371D}" dt="2026-10-06T14:36:30.716" v="3442" actId="14100"/>
          <ac:cxnSpMkLst>
            <pc:docMk/>
            <pc:sldMk cId="1830603940" sldId="347"/>
            <ac:cxnSpMk id="6" creationId="{B813EA7D-3B8D-74E8-BE44-AC15AAC35DAB}"/>
          </ac:cxnSpMkLst>
        </pc:cxnChg>
        <pc:cxnChg chg="add del mod">
          <ac:chgData name="Phan Thanh Duy" userId="7fe205da-551d-4fae-b045-58d66fb40073" providerId="ADAL" clId="{A441D81C-AEF8-464D-902E-B6449B34371D}" dt="2026-10-06T14:33:25.724" v="3423" actId="478"/>
          <ac:cxnSpMkLst>
            <pc:docMk/>
            <pc:sldMk cId="1830603940" sldId="347"/>
            <ac:cxnSpMk id="21" creationId="{82CBE845-06D8-1DEA-FBF5-4A1470AA3F12}"/>
          </ac:cxnSpMkLst>
        </pc:cxnChg>
      </pc:sldChg>
      <pc:sldChg chg="modSp add del">
        <pc:chgData name="Phan Thanh Duy" userId="7fe205da-551d-4fae-b045-58d66fb40073" providerId="ADAL" clId="{A441D81C-AEF8-464D-902E-B6449B34371D}" dt="2026-10-06T12:04:54.645" v="3410" actId="47"/>
        <pc:sldMkLst>
          <pc:docMk/>
          <pc:sldMk cId="1801555262" sldId="348"/>
        </pc:sldMkLst>
        <pc:spChg chg="mod">
          <ac:chgData name="Phan Thanh Duy" userId="7fe205da-551d-4fae-b045-58d66fb40073" providerId="ADAL" clId="{A441D81C-AEF8-464D-902E-B6449B34371D}" dt="2026-10-06T11:26:36.217" v="3304"/>
          <ac:spMkLst>
            <pc:docMk/>
            <pc:sldMk cId="1801555262" sldId="348"/>
            <ac:spMk id="6" creationId="{00DA0498-63E0-659C-BFA1-68199981DFA3}"/>
          </ac:spMkLst>
        </pc:spChg>
      </pc:sldChg>
      <pc:sldChg chg="addSp delSp modSp add del mod ord modAnim">
        <pc:chgData name="Phan Thanh Duy" userId="7fe205da-551d-4fae-b045-58d66fb40073" providerId="ADAL" clId="{A441D81C-AEF8-464D-902E-B6449B34371D}" dt="2026-10-06T15:09:01.732" v="3858" actId="47"/>
        <pc:sldMkLst>
          <pc:docMk/>
          <pc:sldMk cId="2689797372" sldId="349"/>
        </pc:sldMkLst>
        <pc:spChg chg="del mod">
          <ac:chgData name="Phan Thanh Duy" userId="7fe205da-551d-4fae-b045-58d66fb40073" providerId="ADAL" clId="{A441D81C-AEF8-464D-902E-B6449B34371D}" dt="2026-10-06T12:02:47.727" v="3383" actId="478"/>
          <ac:spMkLst>
            <pc:docMk/>
            <pc:sldMk cId="2689797372" sldId="349"/>
            <ac:spMk id="3" creationId="{283C530F-5E42-CA45-AE83-0006EA2C365C}"/>
          </ac:spMkLst>
        </pc:spChg>
        <pc:spChg chg="mod">
          <ac:chgData name="Phan Thanh Duy" userId="7fe205da-551d-4fae-b045-58d66fb40073" providerId="ADAL" clId="{A441D81C-AEF8-464D-902E-B6449B34371D}" dt="2026-10-06T14:35:30.859" v="3440" actId="14100"/>
          <ac:spMkLst>
            <pc:docMk/>
            <pc:sldMk cId="2689797372" sldId="349"/>
            <ac:spMk id="4" creationId="{ED0F7D08-D931-93BC-339C-6F4E2EABA0E0}"/>
          </ac:spMkLst>
        </pc:spChg>
        <pc:spChg chg="del">
          <ac:chgData name="Phan Thanh Duy" userId="7fe205da-551d-4fae-b045-58d66fb40073" providerId="ADAL" clId="{A441D81C-AEF8-464D-902E-B6449B34371D}" dt="2026-10-06T11:27:22.616" v="3309" actId="478"/>
          <ac:spMkLst>
            <pc:docMk/>
            <pc:sldMk cId="2689797372" sldId="349"/>
            <ac:spMk id="5" creationId="{F0588CBB-44D5-A7FF-F289-E55DB868E2D8}"/>
          </ac:spMkLst>
        </pc:spChg>
        <pc:spChg chg="del">
          <ac:chgData name="Phan Thanh Duy" userId="7fe205da-551d-4fae-b045-58d66fb40073" providerId="ADAL" clId="{A441D81C-AEF8-464D-902E-B6449B34371D}" dt="2026-10-06T12:02:33.134" v="3377" actId="478"/>
          <ac:spMkLst>
            <pc:docMk/>
            <pc:sldMk cId="2689797372" sldId="349"/>
            <ac:spMk id="6" creationId="{A6A88A7E-F3F5-7818-6A37-E94BB2E55A7B}"/>
          </ac:spMkLst>
        </pc:spChg>
        <pc:spChg chg="mod">
          <ac:chgData name="Phan Thanh Duy" userId="7fe205da-551d-4fae-b045-58d66fb40073" providerId="ADAL" clId="{A441D81C-AEF8-464D-902E-B6449B34371D}" dt="2026-10-06T14:35:30.859" v="3440" actId="14100"/>
          <ac:spMkLst>
            <pc:docMk/>
            <pc:sldMk cId="2689797372" sldId="349"/>
            <ac:spMk id="9" creationId="{D6A04E1C-1D4E-159D-07E1-44646DF28159}"/>
          </ac:spMkLst>
        </pc:spChg>
        <pc:spChg chg="add mod">
          <ac:chgData name="Phan Thanh Duy" userId="7fe205da-551d-4fae-b045-58d66fb40073" providerId="ADAL" clId="{A441D81C-AEF8-464D-902E-B6449B34371D}" dt="2026-10-06T14:35:30.859" v="3440" actId="14100"/>
          <ac:spMkLst>
            <pc:docMk/>
            <pc:sldMk cId="2689797372" sldId="349"/>
            <ac:spMk id="16" creationId="{39BD51B0-8E81-2F97-B86B-C14918CA5F1B}"/>
          </ac:spMkLst>
        </pc:spChg>
        <pc:spChg chg="add mod">
          <ac:chgData name="Phan Thanh Duy" userId="7fe205da-551d-4fae-b045-58d66fb40073" providerId="ADAL" clId="{A441D81C-AEF8-464D-902E-B6449B34371D}" dt="2026-10-06T14:34:44.961" v="3435" actId="1076"/>
          <ac:spMkLst>
            <pc:docMk/>
            <pc:sldMk cId="2689797372" sldId="349"/>
            <ac:spMk id="18" creationId="{9ECEAE74-1D60-4E62-6FB3-1E2B3B09AFA3}"/>
          </ac:spMkLst>
        </pc:spChg>
        <pc:spChg chg="mod">
          <ac:chgData name="Phan Thanh Duy" userId="7fe205da-551d-4fae-b045-58d66fb40073" providerId="ADAL" clId="{A441D81C-AEF8-464D-902E-B6449B34371D}" dt="2026-10-06T14:32:04.001" v="3418" actId="962"/>
          <ac:spMkLst>
            <pc:docMk/>
            <pc:sldMk cId="2689797372" sldId="349"/>
            <ac:spMk id="23" creationId="{0049CBDD-3AC7-6F34-653F-68814734764C}"/>
          </ac:spMkLst>
        </pc:spChg>
        <pc:spChg chg="mod">
          <ac:chgData name="Phan Thanh Duy" userId="7fe205da-551d-4fae-b045-58d66fb40073" providerId="ADAL" clId="{A441D81C-AEF8-464D-902E-B6449B34371D}" dt="2026-10-06T14:39:14.122" v="3457" actId="962"/>
          <ac:spMkLst>
            <pc:docMk/>
            <pc:sldMk cId="2689797372" sldId="349"/>
            <ac:spMk id="26" creationId="{9E05B43B-7EA4-536A-3E53-2B80CF11A7C3}"/>
          </ac:spMkLst>
        </pc:spChg>
        <pc:spChg chg="add del mod">
          <ac:chgData name="Phan Thanh Duy" userId="7fe205da-551d-4fae-b045-58d66fb40073" providerId="ADAL" clId="{A441D81C-AEF8-464D-902E-B6449B34371D}" dt="2026-10-06T15:08:59.241" v="3857" actId="478"/>
          <ac:spMkLst>
            <pc:docMk/>
            <pc:sldMk cId="2689797372" sldId="349"/>
            <ac:spMk id="1031" creationId="{E68CC46C-BF5C-8C2B-D8B6-008BF422239E}"/>
          </ac:spMkLst>
        </pc:spChg>
        <pc:spChg chg="add del mod">
          <ac:chgData name="Phan Thanh Duy" userId="7fe205da-551d-4fae-b045-58d66fb40073" providerId="ADAL" clId="{A441D81C-AEF8-464D-902E-B6449B34371D}" dt="2026-10-06T15:08:59.241" v="3857" actId="478"/>
          <ac:spMkLst>
            <pc:docMk/>
            <pc:sldMk cId="2689797372" sldId="349"/>
            <ac:spMk id="1033" creationId="{DE8A4051-A2BB-EA6E-4B17-BD336861C17C}"/>
          </ac:spMkLst>
        </pc:spChg>
        <pc:spChg chg="add del mod">
          <ac:chgData name="Phan Thanh Duy" userId="7fe205da-551d-4fae-b045-58d66fb40073" providerId="ADAL" clId="{A441D81C-AEF8-464D-902E-B6449B34371D}" dt="2026-10-06T15:01:41.176" v="3762"/>
          <ac:spMkLst>
            <pc:docMk/>
            <pc:sldMk cId="2689797372" sldId="349"/>
            <ac:spMk id="1034" creationId="{D14C012D-1C17-A48D-9B39-B6FBCE1D2D97}"/>
          </ac:spMkLst>
        </pc:spChg>
        <pc:picChg chg="add del">
          <ac:chgData name="Phan Thanh Duy" userId="7fe205da-551d-4fae-b045-58d66fb40073" providerId="ADAL" clId="{A441D81C-AEF8-464D-902E-B6449B34371D}" dt="2026-10-06T12:02:34.372" v="3379" actId="22"/>
          <ac:picMkLst>
            <pc:docMk/>
            <pc:sldMk cId="2689797372" sldId="349"/>
            <ac:picMk id="12" creationId="{9F2DE098-2E03-8637-9129-C85B63F56DB3}"/>
          </ac:picMkLst>
        </pc:picChg>
        <pc:picChg chg="add del">
          <ac:chgData name="Phan Thanh Duy" userId="7fe205da-551d-4fae-b045-58d66fb40073" providerId="ADAL" clId="{A441D81C-AEF8-464D-902E-B6449B34371D}" dt="2026-10-06T12:02:38.258" v="3381" actId="22"/>
          <ac:picMkLst>
            <pc:docMk/>
            <pc:sldMk cId="2689797372" sldId="349"/>
            <ac:picMk id="14" creationId="{26042D31-1B8C-8D87-1194-77E3783FF158}"/>
          </ac:picMkLst>
        </pc:picChg>
        <pc:cxnChg chg="mod">
          <ac:chgData name="Phan Thanh Duy" userId="7fe205da-551d-4fae-b045-58d66fb40073" providerId="ADAL" clId="{A441D81C-AEF8-464D-902E-B6449B34371D}" dt="2026-10-06T14:35:30.859" v="3440" actId="14100"/>
          <ac:cxnSpMkLst>
            <pc:docMk/>
            <pc:sldMk cId="2689797372" sldId="349"/>
            <ac:cxnSpMk id="7" creationId="{C6F8ACBB-D85E-FAEF-80FE-BEA9B7D2026E}"/>
          </ac:cxnSpMkLst>
        </pc:cxnChg>
        <pc:cxnChg chg="del mod">
          <ac:chgData name="Phan Thanh Duy" userId="7fe205da-551d-4fae-b045-58d66fb40073" providerId="ADAL" clId="{A441D81C-AEF8-464D-902E-B6449B34371D}" dt="2026-10-06T11:27:22.616" v="3309" actId="478"/>
          <ac:cxnSpMkLst>
            <pc:docMk/>
            <pc:sldMk cId="2689797372" sldId="349"/>
            <ac:cxnSpMk id="8" creationId="{0A6E1349-6EF4-7B89-D951-72D60E1AB8E3}"/>
          </ac:cxnSpMkLst>
        </pc:cxnChg>
        <pc:cxnChg chg="del mod">
          <ac:chgData name="Phan Thanh Duy" userId="7fe205da-551d-4fae-b045-58d66fb40073" providerId="ADAL" clId="{A441D81C-AEF8-464D-902E-B6449B34371D}" dt="2026-10-06T14:38:02.312" v="3452" actId="478"/>
          <ac:cxnSpMkLst>
            <pc:docMk/>
            <pc:sldMk cId="2689797372" sldId="349"/>
            <ac:cxnSpMk id="10" creationId="{7AD20E71-9448-8CEB-FC22-B727A1169E0D}"/>
          </ac:cxnSpMkLst>
        </pc:cxnChg>
        <pc:cxnChg chg="mod">
          <ac:chgData name="Phan Thanh Duy" userId="7fe205da-551d-4fae-b045-58d66fb40073" providerId="ADAL" clId="{A441D81C-AEF8-464D-902E-B6449B34371D}" dt="2026-10-06T14:35:30.859" v="3440" actId="14100"/>
          <ac:cxnSpMkLst>
            <pc:docMk/>
            <pc:sldMk cId="2689797372" sldId="349"/>
            <ac:cxnSpMk id="11" creationId="{9EAE36CE-1B34-BC31-86BF-E965E44007B8}"/>
          </ac:cxnSpMkLst>
        </pc:cxnChg>
        <pc:cxnChg chg="add mod">
          <ac:chgData name="Phan Thanh Duy" userId="7fe205da-551d-4fae-b045-58d66fb40073" providerId="ADAL" clId="{A441D81C-AEF8-464D-902E-B6449B34371D}" dt="2026-10-06T14:34:44.961" v="3435" actId="1076"/>
          <ac:cxnSpMkLst>
            <pc:docMk/>
            <pc:sldMk cId="2689797372" sldId="349"/>
            <ac:cxnSpMk id="24" creationId="{1A7D683B-F06C-7639-03A9-2E03554711ED}"/>
          </ac:cxnSpMkLst>
        </pc:cxnChg>
        <pc:cxnChg chg="mod">
          <ac:chgData name="Phan Thanh Duy" userId="7fe205da-551d-4fae-b045-58d66fb40073" providerId="ADAL" clId="{A441D81C-AEF8-464D-902E-B6449B34371D}" dt="2026-10-06T14:35:30.859" v="3440" actId="14100"/>
          <ac:cxnSpMkLst>
            <pc:docMk/>
            <pc:sldMk cId="2689797372" sldId="349"/>
            <ac:cxnSpMk id="27" creationId="{02E6DA8B-498E-451D-95FB-B467CB932B2E}"/>
          </ac:cxnSpMkLst>
        </pc:cxnChg>
        <pc:cxnChg chg="add mod">
          <ac:chgData name="Phan Thanh Duy" userId="7fe205da-551d-4fae-b045-58d66fb40073" providerId="ADAL" clId="{A441D81C-AEF8-464D-902E-B6449B34371D}" dt="2026-10-06T14:38:56.520" v="3455" actId="962"/>
          <ac:cxnSpMkLst>
            <pc:docMk/>
            <pc:sldMk cId="2689797372" sldId="349"/>
            <ac:cxnSpMk id="1029" creationId="{257CDE98-47FF-5517-57AB-872F00F1B501}"/>
          </ac:cxnSpMkLst>
        </pc:cxnChg>
      </pc:sldChg>
      <pc:sldChg chg="addSp delSp modSp add del mod">
        <pc:chgData name="Phan Thanh Duy" userId="7fe205da-551d-4fae-b045-58d66fb40073" providerId="ADAL" clId="{A441D81C-AEF8-464D-902E-B6449B34371D}" dt="2026-10-06T15:30:52.851" v="3988" actId="47"/>
        <pc:sldMkLst>
          <pc:docMk/>
          <pc:sldMk cId="1218594385" sldId="350"/>
        </pc:sldMkLst>
        <pc:spChg chg="add mod">
          <ac:chgData name="Phan Thanh Duy" userId="7fe205da-551d-4fae-b045-58d66fb40073" providerId="ADAL" clId="{A441D81C-AEF8-464D-902E-B6449B34371D}" dt="2026-10-06T14:37:31.267" v="3450" actId="1076"/>
          <ac:spMkLst>
            <pc:docMk/>
            <pc:sldMk cId="1218594385" sldId="350"/>
            <ac:spMk id="2" creationId="{6CA2899F-4027-308B-E6BA-D472AC7B5F3F}"/>
          </ac:spMkLst>
        </pc:spChg>
        <pc:spChg chg="add mod">
          <ac:chgData name="Phan Thanh Duy" userId="7fe205da-551d-4fae-b045-58d66fb40073" providerId="ADAL" clId="{A441D81C-AEF8-464D-902E-B6449B34371D}" dt="2026-10-06T14:37:31.267" v="3450" actId="1076"/>
          <ac:spMkLst>
            <pc:docMk/>
            <pc:sldMk cId="1218594385" sldId="350"/>
            <ac:spMk id="3" creationId="{E9F8E201-A4AA-ACCB-C2EE-B629935A5734}"/>
          </ac:spMkLst>
        </pc:spChg>
        <pc:spChg chg="del">
          <ac:chgData name="Phan Thanh Duy" userId="7fe205da-551d-4fae-b045-58d66fb40073" providerId="ADAL" clId="{A441D81C-AEF8-464D-902E-B6449B34371D}" dt="2026-10-06T14:32:53.474" v="3419" actId="478"/>
          <ac:spMkLst>
            <pc:docMk/>
            <pc:sldMk cId="1218594385" sldId="350"/>
            <ac:spMk id="4" creationId="{A58CB60F-C394-B9A4-25E5-E2AA2D2D6130}"/>
          </ac:spMkLst>
        </pc:spChg>
        <pc:spChg chg="del">
          <ac:chgData name="Phan Thanh Duy" userId="7fe205da-551d-4fae-b045-58d66fb40073" providerId="ADAL" clId="{A441D81C-AEF8-464D-902E-B6449B34371D}" dt="2026-10-06T14:32:56.869" v="3420" actId="478"/>
          <ac:spMkLst>
            <pc:docMk/>
            <pc:sldMk cId="1218594385" sldId="350"/>
            <ac:spMk id="6" creationId="{7E46DC61-AC7F-9F06-0FAF-8FC4B45CDDCB}"/>
          </ac:spMkLst>
        </pc:spChg>
        <pc:spChg chg="del">
          <ac:chgData name="Phan Thanh Duy" userId="7fe205da-551d-4fae-b045-58d66fb40073" providerId="ADAL" clId="{A441D81C-AEF8-464D-902E-B6449B34371D}" dt="2026-10-06T14:32:56.869" v="3420" actId="478"/>
          <ac:spMkLst>
            <pc:docMk/>
            <pc:sldMk cId="1218594385" sldId="350"/>
            <ac:spMk id="8" creationId="{455B86BD-AED9-F3FA-87F0-C2CA1BC2ED61}"/>
          </ac:spMkLst>
        </pc:spChg>
        <pc:spChg chg="del">
          <ac:chgData name="Phan Thanh Duy" userId="7fe205da-551d-4fae-b045-58d66fb40073" providerId="ADAL" clId="{A441D81C-AEF8-464D-902E-B6449B34371D}" dt="2026-10-06T14:32:56.869" v="3420" actId="478"/>
          <ac:spMkLst>
            <pc:docMk/>
            <pc:sldMk cId="1218594385" sldId="350"/>
            <ac:spMk id="9" creationId="{ECAC458F-86AF-3223-7E34-954DCD1B5B89}"/>
          </ac:spMkLst>
        </pc:spChg>
        <pc:spChg chg="add mod">
          <ac:chgData name="Phan Thanh Duy" userId="7fe205da-551d-4fae-b045-58d66fb40073" providerId="ADAL" clId="{A441D81C-AEF8-464D-902E-B6449B34371D}" dt="2026-10-06T14:37:31.267" v="3450" actId="1076"/>
          <ac:spMkLst>
            <pc:docMk/>
            <pc:sldMk cId="1218594385" sldId="350"/>
            <ac:spMk id="15" creationId="{3397E248-1CD1-40D1-EE00-4583329E45AE}"/>
          </ac:spMkLst>
        </pc:spChg>
        <pc:spChg chg="mod">
          <ac:chgData name="Phan Thanh Duy" userId="7fe205da-551d-4fae-b045-58d66fb40073" providerId="ADAL" clId="{A441D81C-AEF8-464D-902E-B6449B34371D}" dt="2026-10-06T15:14:40.165" v="3883"/>
          <ac:spMkLst>
            <pc:docMk/>
            <pc:sldMk cId="1218594385" sldId="350"/>
            <ac:spMk id="19" creationId="{9914FA5E-0DB8-36B7-9854-CAA9FB98DBB7}"/>
          </ac:spMkLst>
        </pc:spChg>
        <pc:spChg chg="add mod">
          <ac:chgData name="Phan Thanh Duy" userId="7fe205da-551d-4fae-b045-58d66fb40073" providerId="ADAL" clId="{A441D81C-AEF8-464D-902E-B6449B34371D}" dt="2026-10-06T14:37:31.267" v="3450" actId="1076"/>
          <ac:spMkLst>
            <pc:docMk/>
            <pc:sldMk cId="1218594385" sldId="350"/>
            <ac:spMk id="21" creationId="{D5129B35-9FA0-FF33-35D7-2702E6E17CBC}"/>
          </ac:spMkLst>
        </pc:spChg>
        <pc:spChg chg="add mod">
          <ac:chgData name="Phan Thanh Duy" userId="7fe205da-551d-4fae-b045-58d66fb40073" providerId="ADAL" clId="{A441D81C-AEF8-464D-902E-B6449B34371D}" dt="2026-10-06T14:37:31.267" v="3450" actId="1076"/>
          <ac:spMkLst>
            <pc:docMk/>
            <pc:sldMk cId="1218594385" sldId="350"/>
            <ac:spMk id="22" creationId="{50967C8C-319B-107E-0594-CCC498A9B825}"/>
          </ac:spMkLst>
        </pc:spChg>
        <pc:spChg chg="mod">
          <ac:chgData name="Phan Thanh Duy" userId="7fe205da-551d-4fae-b045-58d66fb40073" providerId="ADAL" clId="{A441D81C-AEF8-464D-902E-B6449B34371D}" dt="2026-10-06T15:20:03.188" v="3932" actId="20577"/>
          <ac:spMkLst>
            <pc:docMk/>
            <pc:sldMk cId="1218594385" sldId="350"/>
            <ac:spMk id="23" creationId="{8C60555A-9D00-86C5-91BF-07E43F9827FC}"/>
          </ac:spMkLst>
        </pc:spChg>
        <pc:spChg chg="del">
          <ac:chgData name="Phan Thanh Duy" userId="7fe205da-551d-4fae-b045-58d66fb40073" providerId="ADAL" clId="{A441D81C-AEF8-464D-902E-B6449B34371D}" dt="2026-10-06T14:32:56.869" v="3420" actId="478"/>
          <ac:spMkLst>
            <pc:docMk/>
            <pc:sldMk cId="1218594385" sldId="350"/>
            <ac:spMk id="26" creationId="{C92EFE55-38F8-B990-034B-C8D1A704ECF8}"/>
          </ac:spMkLst>
        </pc:spChg>
        <pc:spChg chg="add del">
          <ac:chgData name="Phan Thanh Duy" userId="7fe205da-551d-4fae-b045-58d66fb40073" providerId="ADAL" clId="{A441D81C-AEF8-464D-902E-B6449B34371D}" dt="2026-10-06T14:45:42.599" v="3466" actId="22"/>
          <ac:spMkLst>
            <pc:docMk/>
            <pc:sldMk cId="1218594385" sldId="350"/>
            <ac:spMk id="29" creationId="{06FA2731-9339-06BF-80C8-2476F8DC2199}"/>
          </ac:spMkLst>
        </pc:spChg>
        <pc:spChg chg="add mod">
          <ac:chgData name="Phan Thanh Duy" userId="7fe205da-551d-4fae-b045-58d66fb40073" providerId="ADAL" clId="{A441D81C-AEF8-464D-902E-B6449B34371D}" dt="2026-10-06T15:08:50.814" v="3856" actId="1076"/>
          <ac:spMkLst>
            <pc:docMk/>
            <pc:sldMk cId="1218594385" sldId="350"/>
            <ac:spMk id="1024" creationId="{1780D8A9-EA6B-CBEA-D40B-94D8348952D8}"/>
          </ac:spMkLst>
        </pc:spChg>
        <pc:spChg chg="add mod">
          <ac:chgData name="Phan Thanh Duy" userId="7fe205da-551d-4fae-b045-58d66fb40073" providerId="ADAL" clId="{A441D81C-AEF8-464D-902E-B6449B34371D}" dt="2026-10-06T15:08:50.814" v="3856" actId="1076"/>
          <ac:spMkLst>
            <pc:docMk/>
            <pc:sldMk cId="1218594385" sldId="350"/>
            <ac:spMk id="1027" creationId="{B66010C7-012D-358C-F0D1-8FC200097B1C}"/>
          </ac:spMkLst>
        </pc:spChg>
        <pc:spChg chg="add del mod">
          <ac:chgData name="Phan Thanh Duy" userId="7fe205da-551d-4fae-b045-58d66fb40073" providerId="ADAL" clId="{A441D81C-AEF8-464D-902E-B6449B34371D}" dt="2026-10-06T15:20:00.801" v="3929" actId="478"/>
          <ac:spMkLst>
            <pc:docMk/>
            <pc:sldMk cId="1218594385" sldId="350"/>
            <ac:spMk id="1029" creationId="{24DA2C59-C372-D4B3-8324-403A77F734A1}"/>
          </ac:spMkLst>
        </pc:spChg>
        <pc:spChg chg="add mod">
          <ac:chgData name="Phan Thanh Duy" userId="7fe205da-551d-4fae-b045-58d66fb40073" providerId="ADAL" clId="{A441D81C-AEF8-464D-902E-B6449B34371D}" dt="2026-10-06T15:20:01.182" v="3930"/>
          <ac:spMkLst>
            <pc:docMk/>
            <pc:sldMk cId="1218594385" sldId="350"/>
            <ac:spMk id="1030" creationId="{270D3A5F-A0C2-2489-70BE-9AE47E6E87D9}"/>
          </ac:spMkLst>
        </pc:spChg>
        <pc:spChg chg="del mod">
          <ac:chgData name="Phan Thanh Duy" userId="7fe205da-551d-4fae-b045-58d66fb40073" providerId="ADAL" clId="{A441D81C-AEF8-464D-902E-B6449B34371D}" dt="2026-10-06T14:42:46.598" v="3464" actId="478"/>
          <ac:spMkLst>
            <pc:docMk/>
            <pc:sldMk cId="1218594385" sldId="350"/>
            <ac:spMk id="1035" creationId="{81B085D6-C775-EE5C-407C-5404BB0F550F}"/>
          </ac:spMkLst>
        </pc:spChg>
        <pc:spChg chg="del">
          <ac:chgData name="Phan Thanh Duy" userId="7fe205da-551d-4fae-b045-58d66fb40073" providerId="ADAL" clId="{A441D81C-AEF8-464D-902E-B6449B34371D}" dt="2026-10-06T15:19:58.833" v="3928" actId="478"/>
          <ac:spMkLst>
            <pc:docMk/>
            <pc:sldMk cId="1218594385" sldId="350"/>
            <ac:spMk id="1039" creationId="{AE8D75EF-C2C1-D1EE-9DA0-33C81F32023E}"/>
          </ac:spMkLst>
        </pc:spChg>
        <pc:picChg chg="del">
          <ac:chgData name="Phan Thanh Duy" userId="7fe205da-551d-4fae-b045-58d66fb40073" providerId="ADAL" clId="{A441D81C-AEF8-464D-902E-B6449B34371D}" dt="2026-10-06T14:42:40.733" v="3462" actId="478"/>
          <ac:picMkLst>
            <pc:docMk/>
            <pc:sldMk cId="1218594385" sldId="350"/>
            <ac:picMk id="20" creationId="{78FB4634-AD3B-EE18-A220-17AA6AE366AC}"/>
          </ac:picMkLst>
        </pc:picChg>
        <pc:cxnChg chg="add mod">
          <ac:chgData name="Phan Thanh Duy" userId="7fe205da-551d-4fae-b045-58d66fb40073" providerId="ADAL" clId="{A441D81C-AEF8-464D-902E-B6449B34371D}" dt="2026-10-06T14:37:31.267" v="3450" actId="1076"/>
          <ac:cxnSpMkLst>
            <pc:docMk/>
            <pc:sldMk cId="1218594385" sldId="350"/>
            <ac:cxnSpMk id="5" creationId="{B2F5E704-1BDF-0F39-5C0A-CED38907C093}"/>
          </ac:cxnSpMkLst>
        </pc:cxnChg>
        <pc:cxnChg chg="del">
          <ac:chgData name="Phan Thanh Duy" userId="7fe205da-551d-4fae-b045-58d66fb40073" providerId="ADAL" clId="{A441D81C-AEF8-464D-902E-B6449B34371D}" dt="2026-10-06T14:32:53.474" v="3419" actId="478"/>
          <ac:cxnSpMkLst>
            <pc:docMk/>
            <pc:sldMk cId="1218594385" sldId="350"/>
            <ac:cxnSpMk id="7" creationId="{CC044922-127D-56A5-29F2-267882CFC151}"/>
          </ac:cxnSpMkLst>
        </pc:cxnChg>
        <pc:cxnChg chg="del">
          <ac:chgData name="Phan Thanh Duy" userId="7fe205da-551d-4fae-b045-58d66fb40073" providerId="ADAL" clId="{A441D81C-AEF8-464D-902E-B6449B34371D}" dt="2026-10-06T14:32:53.474" v="3419" actId="478"/>
          <ac:cxnSpMkLst>
            <pc:docMk/>
            <pc:sldMk cId="1218594385" sldId="350"/>
            <ac:cxnSpMk id="10" creationId="{FE15E472-8D4A-4728-CC43-3B5674BAD5AE}"/>
          </ac:cxnSpMkLst>
        </pc:cxnChg>
        <pc:cxnChg chg="del mod">
          <ac:chgData name="Phan Thanh Duy" userId="7fe205da-551d-4fae-b045-58d66fb40073" providerId="ADAL" clId="{A441D81C-AEF8-464D-902E-B6449B34371D}" dt="2026-10-06T14:32:53.474" v="3419" actId="478"/>
          <ac:cxnSpMkLst>
            <pc:docMk/>
            <pc:sldMk cId="1218594385" sldId="350"/>
            <ac:cxnSpMk id="11" creationId="{325D6803-4387-94A3-43CB-7D9FEC5FDF20}"/>
          </ac:cxnSpMkLst>
        </pc:cxnChg>
        <pc:cxnChg chg="del mod">
          <ac:chgData name="Phan Thanh Duy" userId="7fe205da-551d-4fae-b045-58d66fb40073" providerId="ADAL" clId="{A441D81C-AEF8-464D-902E-B6449B34371D}" dt="2026-10-06T14:36:45.495" v="3446" actId="478"/>
          <ac:cxnSpMkLst>
            <pc:docMk/>
            <pc:sldMk cId="1218594385" sldId="350"/>
            <ac:cxnSpMk id="13" creationId="{DE56E0E3-F19D-B8FD-5CD3-55471C07DEC6}"/>
          </ac:cxnSpMkLst>
        </pc:cxnChg>
        <pc:cxnChg chg="add mod">
          <ac:chgData name="Phan Thanh Duy" userId="7fe205da-551d-4fae-b045-58d66fb40073" providerId="ADAL" clId="{A441D81C-AEF8-464D-902E-B6449B34371D}" dt="2026-10-06T14:37:31.267" v="3450" actId="1076"/>
          <ac:cxnSpMkLst>
            <pc:docMk/>
            <pc:sldMk cId="1218594385" sldId="350"/>
            <ac:cxnSpMk id="16" creationId="{DC696992-30DC-074B-6786-049DE846C7F5}"/>
          </ac:cxnSpMkLst>
        </pc:cxnChg>
        <pc:cxnChg chg="add mod">
          <ac:chgData name="Phan Thanh Duy" userId="7fe205da-551d-4fae-b045-58d66fb40073" providerId="ADAL" clId="{A441D81C-AEF8-464D-902E-B6449B34371D}" dt="2026-10-06T14:37:31.267" v="3450" actId="1076"/>
          <ac:cxnSpMkLst>
            <pc:docMk/>
            <pc:sldMk cId="1218594385" sldId="350"/>
            <ac:cxnSpMk id="17" creationId="{190FF418-C937-A6BD-8ADA-AC989F5BA88B}"/>
          </ac:cxnSpMkLst>
        </pc:cxnChg>
        <pc:cxnChg chg="add mod">
          <ac:chgData name="Phan Thanh Duy" userId="7fe205da-551d-4fae-b045-58d66fb40073" providerId="ADAL" clId="{A441D81C-AEF8-464D-902E-B6449B34371D}" dt="2026-10-06T14:37:31.267" v="3450" actId="1076"/>
          <ac:cxnSpMkLst>
            <pc:docMk/>
            <pc:sldMk cId="1218594385" sldId="350"/>
            <ac:cxnSpMk id="18" creationId="{65C9B472-C97D-4083-8973-37E3DC420E37}"/>
          </ac:cxnSpMkLst>
        </pc:cxnChg>
        <pc:cxnChg chg="add mod">
          <ac:chgData name="Phan Thanh Duy" userId="7fe205da-551d-4fae-b045-58d66fb40073" providerId="ADAL" clId="{A441D81C-AEF8-464D-902E-B6449B34371D}" dt="2026-10-06T14:37:34.439" v="3451" actId="14100"/>
          <ac:cxnSpMkLst>
            <pc:docMk/>
            <pc:sldMk cId="1218594385" sldId="350"/>
            <ac:cxnSpMk id="24" creationId="{C64AB069-6998-5784-C349-E1D8ECF56277}"/>
          </ac:cxnSpMkLst>
        </pc:cxnChg>
        <pc:cxnChg chg="del mod">
          <ac:chgData name="Phan Thanh Duy" userId="7fe205da-551d-4fae-b045-58d66fb40073" providerId="ADAL" clId="{A441D81C-AEF8-464D-902E-B6449B34371D}" dt="2026-10-06T14:32:53.474" v="3419" actId="478"/>
          <ac:cxnSpMkLst>
            <pc:docMk/>
            <pc:sldMk cId="1218594385" sldId="350"/>
            <ac:cxnSpMk id="27" creationId="{91CE08AA-0354-4B0A-081A-A525BB300296}"/>
          </ac:cxnSpMkLst>
        </pc:cxnChg>
        <pc:cxnChg chg="del mod">
          <ac:chgData name="Phan Thanh Duy" userId="7fe205da-551d-4fae-b045-58d66fb40073" providerId="ADAL" clId="{A441D81C-AEF8-464D-902E-B6449B34371D}" dt="2026-10-06T14:42:46.598" v="3464" actId="478"/>
          <ac:cxnSpMkLst>
            <pc:docMk/>
            <pc:sldMk cId="1218594385" sldId="350"/>
            <ac:cxnSpMk id="30" creationId="{7E2B88D8-B289-1919-DB1E-BA51C1E0003B}"/>
          </ac:cxnSpMkLst>
        </pc:cxnChg>
        <pc:cxnChg chg="del mod">
          <ac:chgData name="Phan Thanh Duy" userId="7fe205da-551d-4fae-b045-58d66fb40073" providerId="ADAL" clId="{A441D81C-AEF8-464D-902E-B6449B34371D}" dt="2026-10-06T14:42:46.598" v="3464" actId="478"/>
          <ac:cxnSpMkLst>
            <pc:docMk/>
            <pc:sldMk cId="1218594385" sldId="350"/>
            <ac:cxnSpMk id="1025" creationId="{E111A324-F55F-CEB5-CE91-5CAB6D1FDC54}"/>
          </ac:cxnSpMkLst>
        </pc:cxnChg>
        <pc:cxnChg chg="del mod">
          <ac:chgData name="Phan Thanh Duy" userId="7fe205da-551d-4fae-b045-58d66fb40073" providerId="ADAL" clId="{A441D81C-AEF8-464D-902E-B6449B34371D}" dt="2026-10-06T14:42:46.598" v="3464" actId="478"/>
          <ac:cxnSpMkLst>
            <pc:docMk/>
            <pc:sldMk cId="1218594385" sldId="350"/>
            <ac:cxnSpMk id="1031" creationId="{5937563B-0F30-752B-BBAE-A60F80848D7C}"/>
          </ac:cxnSpMkLst>
        </pc:cxnChg>
        <pc:cxnChg chg="del mod">
          <ac:chgData name="Phan Thanh Duy" userId="7fe205da-551d-4fae-b045-58d66fb40073" providerId="ADAL" clId="{A441D81C-AEF8-464D-902E-B6449B34371D}" dt="2026-10-06T14:42:46.598" v="3464" actId="478"/>
          <ac:cxnSpMkLst>
            <pc:docMk/>
            <pc:sldMk cId="1218594385" sldId="350"/>
            <ac:cxnSpMk id="1032" creationId="{814DC4EC-0EB2-5CC4-C4BC-EBEA049E66CD}"/>
          </ac:cxnSpMkLst>
        </pc:cxnChg>
      </pc:sldChg>
      <pc:sldChg chg="delSp modSp add del mod">
        <pc:chgData name="Phan Thanh Duy" userId="7fe205da-551d-4fae-b045-58d66fb40073" providerId="ADAL" clId="{A441D81C-AEF8-464D-902E-B6449B34371D}" dt="2026-10-06T15:18:38.935" v="3892" actId="47"/>
        <pc:sldMkLst>
          <pc:docMk/>
          <pc:sldMk cId="4259720558" sldId="351"/>
        </pc:sldMkLst>
        <pc:spChg chg="mod">
          <ac:chgData name="Phan Thanh Duy" userId="7fe205da-551d-4fae-b045-58d66fb40073" providerId="ADAL" clId="{A441D81C-AEF8-464D-902E-B6449B34371D}" dt="2026-10-06T15:14:57.805" v="3888"/>
          <ac:spMkLst>
            <pc:docMk/>
            <pc:sldMk cId="4259720558" sldId="351"/>
            <ac:spMk id="16" creationId="{1F0B9E86-F41E-1820-BF22-99AC973F4703}"/>
          </ac:spMkLst>
        </pc:spChg>
        <pc:spChg chg="mod">
          <ac:chgData name="Phan Thanh Duy" userId="7fe205da-551d-4fae-b045-58d66fb40073" providerId="ADAL" clId="{A441D81C-AEF8-464D-902E-B6449B34371D}" dt="2026-10-06T15:14:52.768" v="3886"/>
          <ac:spMkLst>
            <pc:docMk/>
            <pc:sldMk cId="4259720558" sldId="351"/>
            <ac:spMk id="22" creationId="{75A78BD6-B2E5-7196-F974-77D02D3D0FC5}"/>
          </ac:spMkLst>
        </pc:spChg>
        <pc:spChg chg="mod">
          <ac:chgData name="Phan Thanh Duy" userId="7fe205da-551d-4fae-b045-58d66fb40073" providerId="ADAL" clId="{A441D81C-AEF8-464D-902E-B6449B34371D}" dt="2026-10-06T14:40:36.907" v="3458" actId="962"/>
          <ac:spMkLst>
            <pc:docMk/>
            <pc:sldMk cId="4259720558" sldId="351"/>
            <ac:spMk id="26" creationId="{0EB58BC7-FAEA-BE87-4D44-8BB0E0992985}"/>
          </ac:spMkLst>
        </pc:spChg>
        <pc:picChg chg="del">
          <ac:chgData name="Phan Thanh Duy" userId="7fe205da-551d-4fae-b045-58d66fb40073" providerId="ADAL" clId="{A441D81C-AEF8-464D-902E-B6449B34371D}" dt="2026-10-06T15:18:36.191" v="3891" actId="478"/>
          <ac:picMkLst>
            <pc:docMk/>
            <pc:sldMk cId="4259720558" sldId="351"/>
            <ac:picMk id="20" creationId="{4C2BD4FE-5E6F-A163-8083-C715AF8E6D44}"/>
          </ac:picMkLst>
        </pc:picChg>
        <pc:cxnChg chg="mod">
          <ac:chgData name="Phan Thanh Duy" userId="7fe205da-551d-4fae-b045-58d66fb40073" providerId="ADAL" clId="{A441D81C-AEF8-464D-902E-B6449B34371D}" dt="2026-10-06T14:41:12.936" v="3459" actId="962"/>
          <ac:cxnSpMkLst>
            <pc:docMk/>
            <pc:sldMk cId="4259720558" sldId="351"/>
            <ac:cxnSpMk id="10" creationId="{E931DB04-8729-34D0-A9B4-3F42E1BA0768}"/>
          </ac:cxnSpMkLst>
        </pc:cxnChg>
      </pc:sldChg>
      <pc:sldChg chg="addSp delSp modSp add mod">
        <pc:chgData name="Phan Thanh Duy" userId="7fe205da-551d-4fae-b045-58d66fb40073" providerId="ADAL" clId="{A441D81C-AEF8-464D-902E-B6449B34371D}" dt="2026-10-06T15:36:30.984" v="4041" actId="20577"/>
        <pc:sldMkLst>
          <pc:docMk/>
          <pc:sldMk cId="1563722762" sldId="352"/>
        </pc:sldMkLst>
        <pc:spChg chg="add mod">
          <ac:chgData name="Phan Thanh Duy" userId="7fe205da-551d-4fae-b045-58d66fb40073" providerId="ADAL" clId="{A441D81C-AEF8-464D-902E-B6449B34371D}" dt="2026-10-06T15:32:16.732" v="3994"/>
          <ac:spMkLst>
            <pc:docMk/>
            <pc:sldMk cId="1563722762" sldId="352"/>
            <ac:spMk id="2" creationId="{B6C08B68-494E-81A6-61D2-396325263652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3" creationId="{02156795-BB74-EEA1-E31A-E6F2D625944B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4" creationId="{CC371786-797E-B3F0-1A2E-345B2DD3E793}"/>
          </ac:spMkLst>
        </pc:spChg>
        <pc:spChg chg="add mod">
          <ac:chgData name="Phan Thanh Duy" userId="7fe205da-551d-4fae-b045-58d66fb40073" providerId="ADAL" clId="{A441D81C-AEF8-464D-902E-B6449B34371D}" dt="2026-10-06T15:32:16.732" v="3994"/>
          <ac:spMkLst>
            <pc:docMk/>
            <pc:sldMk cId="1563722762" sldId="352"/>
            <ac:spMk id="5" creationId="{611C2465-41CE-8827-0A23-AF5CD172FEFD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6" creationId="{88C0C8D8-E196-82D1-F75F-B1205506A518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8" creationId="{DF66A8A9-51F8-6DDB-6282-7B5D5E221350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9" creationId="{D68D3C5C-C045-5D2C-52C5-460C0C95CD80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12" creationId="{2E46933D-8640-9BA3-534D-D917D5D324F3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16" creationId="{04501258-1F8C-4ABA-DA63-1BB7BC82DDEF}"/>
          </ac:spMkLst>
        </pc:spChg>
        <pc:spChg chg="add mod">
          <ac:chgData name="Phan Thanh Duy" userId="7fe205da-551d-4fae-b045-58d66fb40073" providerId="ADAL" clId="{A441D81C-AEF8-464D-902E-B6449B34371D}" dt="2026-10-06T15:32:16.732" v="3994"/>
          <ac:spMkLst>
            <pc:docMk/>
            <pc:sldMk cId="1563722762" sldId="352"/>
            <ac:spMk id="18" creationId="{81F4082D-052A-EC39-AE11-2FA268A1BE9D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19" creationId="{C75CC770-EB27-3FAE-B63B-A7350DF64EC0}"/>
          </ac:spMkLst>
        </pc:spChg>
        <pc:spChg chg="mod">
          <ac:chgData name="Phan Thanh Duy" userId="7fe205da-551d-4fae-b045-58d66fb40073" providerId="ADAL" clId="{A441D81C-AEF8-464D-902E-B6449B34371D}" dt="2026-10-06T15:36:30.984" v="4041" actId="20577"/>
          <ac:spMkLst>
            <pc:docMk/>
            <pc:sldMk cId="1563722762" sldId="352"/>
            <ac:spMk id="23" creationId="{3CEE5C8C-D1C6-75F3-7CAF-67A1693EB7BA}"/>
          </ac:spMkLst>
        </pc:spChg>
        <pc:spChg chg="add mod">
          <ac:chgData name="Phan Thanh Duy" userId="7fe205da-551d-4fae-b045-58d66fb40073" providerId="ADAL" clId="{A441D81C-AEF8-464D-902E-B6449B34371D}" dt="2026-10-06T15:32:16.732" v="3994"/>
          <ac:spMkLst>
            <pc:docMk/>
            <pc:sldMk cId="1563722762" sldId="352"/>
            <ac:spMk id="24" creationId="{C1AECC0A-54E3-7829-68F6-DDA3642F7926}"/>
          </ac:spMkLst>
        </pc:spChg>
        <pc:spChg chg="add mod">
          <ac:chgData name="Phan Thanh Duy" userId="7fe205da-551d-4fae-b045-58d66fb40073" providerId="ADAL" clId="{A441D81C-AEF8-464D-902E-B6449B34371D}" dt="2026-10-06T15:32:16.732" v="3994"/>
          <ac:spMkLst>
            <pc:docMk/>
            <pc:sldMk cId="1563722762" sldId="352"/>
            <ac:spMk id="25" creationId="{78C76265-68FF-BACF-C214-6FE78AD41254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26" creationId="{47B0BFC2-67F8-727E-C8F2-E3219ED2076F}"/>
          </ac:spMkLst>
        </pc:spChg>
        <pc:spChg chg="add mod">
          <ac:chgData name="Phan Thanh Duy" userId="7fe205da-551d-4fae-b045-58d66fb40073" providerId="ADAL" clId="{A441D81C-AEF8-464D-902E-B6449B34371D}" dt="2026-10-06T15:33:12.307" v="4006" actId="1076"/>
          <ac:spMkLst>
            <pc:docMk/>
            <pc:sldMk cId="1563722762" sldId="352"/>
            <ac:spMk id="31" creationId="{296A903B-EDF1-A5D8-9DBF-F8D5EFCCF39C}"/>
          </ac:spMkLst>
        </pc:spChg>
        <pc:spChg chg="del">
          <ac:chgData name="Phan Thanh Duy" userId="7fe205da-551d-4fae-b045-58d66fb40073" providerId="ADAL" clId="{A441D81C-AEF8-464D-902E-B6449B34371D}" dt="2026-10-06T15:18:56.217" v="3893" actId="478"/>
          <ac:spMkLst>
            <pc:docMk/>
            <pc:sldMk cId="1563722762" sldId="352"/>
            <ac:spMk id="1026" creationId="{09B8EB3F-CD39-A919-3615-E419601C2AD4}"/>
          </ac:spMkLst>
        </pc:spChg>
        <pc:spChg chg="add mod">
          <ac:chgData name="Phan Thanh Duy" userId="7fe205da-551d-4fae-b045-58d66fb40073" providerId="ADAL" clId="{A441D81C-AEF8-464D-902E-B6449B34371D}" dt="2026-10-06T15:33:44.406" v="4008"/>
          <ac:spMkLst>
            <pc:docMk/>
            <pc:sldMk cId="1563722762" sldId="352"/>
            <ac:spMk id="1028" creationId="{88C99E12-AEBB-6B6B-CA31-4F11F7B8855D}"/>
          </ac:spMkLst>
        </pc:spChg>
        <pc:spChg chg="add mod">
          <ac:chgData name="Phan Thanh Duy" userId="7fe205da-551d-4fae-b045-58d66fb40073" providerId="ADAL" clId="{A441D81C-AEF8-464D-902E-B6449B34371D}" dt="2026-10-06T15:33:44.406" v="4008"/>
          <ac:spMkLst>
            <pc:docMk/>
            <pc:sldMk cId="1563722762" sldId="352"/>
            <ac:spMk id="1029" creationId="{61052CB3-F5E5-822A-FEFC-D0CF25D524D2}"/>
          </ac:spMkLst>
        </pc:spChg>
        <pc:spChg chg="add mod">
          <ac:chgData name="Phan Thanh Duy" userId="7fe205da-551d-4fae-b045-58d66fb40073" providerId="ADAL" clId="{A441D81C-AEF8-464D-902E-B6449B34371D}" dt="2026-10-06T15:34:01.902" v="4011" actId="14100"/>
          <ac:spMkLst>
            <pc:docMk/>
            <pc:sldMk cId="1563722762" sldId="352"/>
            <ac:spMk id="1031" creationId="{6711519F-8066-E3D7-7A70-BF6629C152AC}"/>
          </ac:spMkLst>
        </pc:spChg>
        <pc:spChg chg="add mod">
          <ac:chgData name="Phan Thanh Duy" userId="7fe205da-551d-4fae-b045-58d66fb40073" providerId="ADAL" clId="{A441D81C-AEF8-464D-902E-B6449B34371D}" dt="2026-10-06T15:34:01.902" v="4011" actId="14100"/>
          <ac:spMkLst>
            <pc:docMk/>
            <pc:sldMk cId="1563722762" sldId="352"/>
            <ac:spMk id="1033" creationId="{DAB9F8C1-F22E-EB66-ADD5-424EB3A13056}"/>
          </ac:spMkLst>
        </pc:spChg>
        <pc:spChg chg="add del mod">
          <ac:chgData name="Phan Thanh Duy" userId="7fe205da-551d-4fae-b045-58d66fb40073" providerId="ADAL" clId="{A441D81C-AEF8-464D-902E-B6449B34371D}" dt="2026-10-06T15:36:28.402" v="4036" actId="478"/>
          <ac:spMkLst>
            <pc:docMk/>
            <pc:sldMk cId="1563722762" sldId="352"/>
            <ac:spMk id="1037" creationId="{5042B06D-E2D6-E502-AD00-0E89FF7475E9}"/>
          </ac:spMkLst>
        </pc:spChg>
        <pc:spChg chg="add mod">
          <ac:chgData name="Phan Thanh Duy" userId="7fe205da-551d-4fae-b045-58d66fb40073" providerId="ADAL" clId="{A441D81C-AEF8-464D-902E-B6449B34371D}" dt="2026-10-06T15:36:28.695" v="4037"/>
          <ac:spMkLst>
            <pc:docMk/>
            <pc:sldMk cId="1563722762" sldId="352"/>
            <ac:spMk id="1038" creationId="{5C6CDB13-C01B-D120-6441-203AA1B67ADA}"/>
          </ac:spMkLst>
        </pc:spChg>
        <pc:spChg chg="del">
          <ac:chgData name="Phan Thanh Duy" userId="7fe205da-551d-4fae-b045-58d66fb40073" providerId="ADAL" clId="{A441D81C-AEF8-464D-902E-B6449B34371D}" dt="2026-10-06T15:36:26.826" v="4035" actId="478"/>
          <ac:spMkLst>
            <pc:docMk/>
            <pc:sldMk cId="1563722762" sldId="352"/>
            <ac:spMk id="1039" creationId="{AB48D635-BC33-FDF4-645B-E3806E754227}"/>
          </ac:spMkLst>
        </pc:spChg>
        <pc:cxnChg chg="add mod">
          <ac:chgData name="Phan Thanh Duy" userId="7fe205da-551d-4fae-b045-58d66fb40073" providerId="ADAL" clId="{A441D81C-AEF8-464D-902E-B6449B34371D}" dt="2026-10-06T15:32:16.732" v="3994"/>
          <ac:cxnSpMkLst>
            <pc:docMk/>
            <pc:sldMk cId="1563722762" sldId="352"/>
            <ac:cxnSpMk id="15" creationId="{9C7D82C2-00AA-F6FF-C4A5-E0EF8DCC82B6}"/>
          </ac:cxnSpMkLst>
        </pc:cxnChg>
        <pc:cxnChg chg="add mod">
          <ac:chgData name="Phan Thanh Duy" userId="7fe205da-551d-4fae-b045-58d66fb40073" providerId="ADAL" clId="{A441D81C-AEF8-464D-902E-B6449B34371D}" dt="2026-10-06T15:32:16.732" v="3994"/>
          <ac:cxnSpMkLst>
            <pc:docMk/>
            <pc:sldMk cId="1563722762" sldId="352"/>
            <ac:cxnSpMk id="20" creationId="{08F28CE7-5265-E9A6-E9A0-DE5E65C0F342}"/>
          </ac:cxnSpMkLst>
        </pc:cxnChg>
        <pc:cxnChg chg="add mod">
          <ac:chgData name="Phan Thanh Duy" userId="7fe205da-551d-4fae-b045-58d66fb40073" providerId="ADAL" clId="{A441D81C-AEF8-464D-902E-B6449B34371D}" dt="2026-10-06T15:32:16.732" v="3994"/>
          <ac:cxnSpMkLst>
            <pc:docMk/>
            <pc:sldMk cId="1563722762" sldId="352"/>
            <ac:cxnSpMk id="22" creationId="{5791AEAA-87D8-B60D-FE55-7B995511475F}"/>
          </ac:cxnSpMkLst>
        </pc:cxnChg>
        <pc:cxnChg chg="add mod">
          <ac:chgData name="Phan Thanh Duy" userId="7fe205da-551d-4fae-b045-58d66fb40073" providerId="ADAL" clId="{A441D81C-AEF8-464D-902E-B6449B34371D}" dt="2026-10-06T15:33:14.536" v="4007" actId="14100"/>
          <ac:cxnSpMkLst>
            <pc:docMk/>
            <pc:sldMk cId="1563722762" sldId="352"/>
            <ac:cxnSpMk id="28" creationId="{0F6B5333-1D18-1DED-1BA5-EB97B37DDA83}"/>
          </ac:cxnSpMkLst>
        </pc:cxnChg>
        <pc:cxnChg chg="add mod">
          <ac:chgData name="Phan Thanh Duy" userId="7fe205da-551d-4fae-b045-58d66fb40073" providerId="ADAL" clId="{A441D81C-AEF8-464D-902E-B6449B34371D}" dt="2026-10-06T15:32:16.732" v="3994"/>
          <ac:cxnSpMkLst>
            <pc:docMk/>
            <pc:sldMk cId="1563722762" sldId="352"/>
            <ac:cxnSpMk id="29" creationId="{0FDD318F-4E1B-1690-2829-EF06873F6B44}"/>
          </ac:cxnSpMkLst>
        </pc:cxnChg>
        <pc:cxnChg chg="del">
          <ac:chgData name="Phan Thanh Duy" userId="7fe205da-551d-4fae-b045-58d66fb40073" providerId="ADAL" clId="{A441D81C-AEF8-464D-902E-B6449B34371D}" dt="2026-10-06T15:20:33.862" v="3941" actId="478"/>
          <ac:cxnSpMkLst>
            <pc:docMk/>
            <pc:sldMk cId="1563722762" sldId="352"/>
            <ac:cxnSpMk id="1025" creationId="{3997F6FA-5BBA-9ED8-BBF1-FDDA41D95FFD}"/>
          </ac:cxnSpMkLst>
        </pc:cxnChg>
        <pc:cxnChg chg="add mod">
          <ac:chgData name="Phan Thanh Duy" userId="7fe205da-551d-4fae-b045-58d66fb40073" providerId="ADAL" clId="{A441D81C-AEF8-464D-902E-B6449B34371D}" dt="2026-10-06T15:33:44.406" v="4008"/>
          <ac:cxnSpMkLst>
            <pc:docMk/>
            <pc:sldMk cId="1563722762" sldId="352"/>
            <ac:cxnSpMk id="1030" creationId="{B52D4666-7EE2-BE7F-CB60-896A6B9A2AC8}"/>
          </ac:cxnSpMkLst>
        </pc:cxnChg>
        <pc:cxnChg chg="add mod">
          <ac:chgData name="Phan Thanh Duy" userId="7fe205da-551d-4fae-b045-58d66fb40073" providerId="ADAL" clId="{A441D81C-AEF8-464D-902E-B6449B34371D}" dt="2026-10-06T15:34:01.902" v="4011" actId="14100"/>
          <ac:cxnSpMkLst>
            <pc:docMk/>
            <pc:sldMk cId="1563722762" sldId="352"/>
            <ac:cxnSpMk id="1032" creationId="{02E30293-F052-BFBA-DAF8-2B1458C90C77}"/>
          </ac:cxnSpMkLst>
        </pc:cxnChg>
        <pc:cxnChg chg="add mod">
          <ac:chgData name="Phan Thanh Duy" userId="7fe205da-551d-4fae-b045-58d66fb40073" providerId="ADAL" clId="{A441D81C-AEF8-464D-902E-B6449B34371D}" dt="2026-10-06T15:34:01.902" v="4011" actId="14100"/>
          <ac:cxnSpMkLst>
            <pc:docMk/>
            <pc:sldMk cId="1563722762" sldId="352"/>
            <ac:cxnSpMk id="1034" creationId="{BFD9C9A7-53BB-5A7D-A3FB-3A56FC76A221}"/>
          </ac:cxnSpMkLst>
        </pc:cxnChg>
      </pc:sldChg>
      <pc:sldChg chg="addSp delSp modSp add mod modTransition">
        <pc:chgData name="Phan Thanh Duy" userId="7fe205da-551d-4fae-b045-58d66fb40073" providerId="ADAL" clId="{A441D81C-AEF8-464D-902E-B6449B34371D}" dt="2026-10-06T15:38:45.189" v="4066"/>
        <pc:sldMkLst>
          <pc:docMk/>
          <pc:sldMk cId="1509250780" sldId="353"/>
        </pc:sldMkLst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2" creationId="{1C52226A-B1D8-53CB-A357-5AD9CE009B98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3" creationId="{78C2640F-9CE9-6BF8-F441-092D181223F8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5" creationId="{4123A41F-F55A-FC65-3D2E-CE9413746BFB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8" creationId="{93BBA45B-46D6-B315-4A37-2AFA354BCD4D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9" creationId="{A60D9B8F-42E9-0E6A-DDAD-75FE817432D4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12" creationId="{10FA8591-A87F-E8C7-E515-01253A754C32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13" creationId="{8FCCB0F2-D09C-C5CA-0126-458363899F2C}"/>
          </ac:spMkLst>
        </pc:spChg>
        <pc:spChg chg="add mod">
          <ac:chgData name="Phan Thanh Duy" userId="7fe205da-551d-4fae-b045-58d66fb40073" providerId="ADAL" clId="{A441D81C-AEF8-464D-902E-B6449B34371D}" dt="2026-10-06T15:34:46.688" v="4015" actId="1076"/>
          <ac:spMkLst>
            <pc:docMk/>
            <pc:sldMk cId="1509250780" sldId="353"/>
            <ac:spMk id="15" creationId="{A23521BA-8A58-2E91-C7E7-A5D8CD5FE292}"/>
          </ac:spMkLst>
        </pc:spChg>
        <pc:spChg chg="add del mod">
          <ac:chgData name="Phan Thanh Duy" userId="7fe205da-551d-4fae-b045-58d66fb40073" providerId="ADAL" clId="{A441D81C-AEF8-464D-902E-B6449B34371D}" dt="2026-10-06T15:36:35.953" v="4043" actId="478"/>
          <ac:spMkLst>
            <pc:docMk/>
            <pc:sldMk cId="1509250780" sldId="353"/>
            <ac:spMk id="18" creationId="{9DD80D01-FACA-686C-4FBC-A4FBB9FCF980}"/>
          </ac:spMkLst>
        </pc:spChg>
        <pc:spChg chg="add mod">
          <ac:chgData name="Phan Thanh Duy" userId="7fe205da-551d-4fae-b045-58d66fb40073" providerId="ADAL" clId="{A441D81C-AEF8-464D-902E-B6449B34371D}" dt="2026-10-06T15:36:36.270" v="4044"/>
          <ac:spMkLst>
            <pc:docMk/>
            <pc:sldMk cId="1509250780" sldId="353"/>
            <ac:spMk id="19" creationId="{F6046043-6449-2F7D-8F84-7482EE0D148D}"/>
          </ac:spMkLst>
        </pc:spChg>
        <pc:spChg chg="mod">
          <ac:chgData name="Phan Thanh Duy" userId="7fe205da-551d-4fae-b045-58d66fb40073" providerId="ADAL" clId="{A441D81C-AEF8-464D-902E-B6449B34371D}" dt="2026-10-06T15:36:38.830" v="4046" actId="20577"/>
          <ac:spMkLst>
            <pc:docMk/>
            <pc:sldMk cId="1509250780" sldId="353"/>
            <ac:spMk id="23" creationId="{20FD728A-6CE2-4EC3-AE51-DB1B20C10747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026" creationId="{63561D31-EDA0-6237-7266-05EA5B1D4258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027" creationId="{0C82A448-E23E-C3D0-BCAF-9D4FE52D8F93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029" creationId="{884F2D88-2B65-18CB-8B83-7F2D839CF538}"/>
          </ac:spMkLst>
        </pc:spChg>
        <pc:spChg chg="del">
          <ac:chgData name="Phan Thanh Duy" userId="7fe205da-551d-4fae-b045-58d66fb40073" providerId="ADAL" clId="{A441D81C-AEF8-464D-902E-B6449B34371D}" dt="2026-10-06T15:36:34.015" v="4042" actId="478"/>
          <ac:spMkLst>
            <pc:docMk/>
            <pc:sldMk cId="1509250780" sldId="353"/>
            <ac:spMk id="1039" creationId="{15DD598C-772C-A8CE-103C-975B443509C9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62" creationId="{32671845-D75D-FB3E-4F16-C2E21DE999E0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63" creationId="{C9CEA1E2-8EE9-3A9E-54FD-E2320443999C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65" creationId="{B2A6D1A0-8BC7-DBF2-8EB7-9F3AB9E012EE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68" creationId="{FBF1C301-1C8C-EE0F-A0D5-539BC887490C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70" creationId="{7D40488C-C07A-BE67-EE45-0497A358C2B2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71" creationId="{58E2F7AF-3168-C95E-7081-E4AADF4B860A}"/>
          </ac:spMkLst>
        </pc:spChg>
        <pc:spChg chg="del">
          <ac:chgData name="Phan Thanh Duy" userId="7fe205da-551d-4fae-b045-58d66fb40073" providerId="ADAL" clId="{A441D81C-AEF8-464D-902E-B6449B34371D}" dt="2026-10-06T15:34:25.468" v="4012" actId="478"/>
          <ac:spMkLst>
            <pc:docMk/>
            <pc:sldMk cId="1509250780" sldId="353"/>
            <ac:spMk id="1374" creationId="{A3FC886C-45BE-B7C5-A66B-8AF42D2CC4FB}"/>
          </ac:spMkLst>
        </pc:spChg>
        <pc:cxnChg chg="add mod">
          <ac:chgData name="Phan Thanh Duy" userId="7fe205da-551d-4fae-b045-58d66fb40073" providerId="ADAL" clId="{A441D81C-AEF8-464D-902E-B6449B34371D}" dt="2026-10-06T15:34:46.688" v="4015" actId="1076"/>
          <ac:cxnSpMkLst>
            <pc:docMk/>
            <pc:sldMk cId="1509250780" sldId="353"/>
            <ac:cxnSpMk id="7" creationId="{6BFC2204-A732-E3A6-55B2-E72D7B214CFA}"/>
          </ac:cxnSpMkLst>
        </pc:cxnChg>
        <pc:cxnChg chg="add mod">
          <ac:chgData name="Phan Thanh Duy" userId="7fe205da-551d-4fae-b045-58d66fb40073" providerId="ADAL" clId="{A441D81C-AEF8-464D-902E-B6449B34371D}" dt="2026-10-06T15:34:46.688" v="4015" actId="1076"/>
          <ac:cxnSpMkLst>
            <pc:docMk/>
            <pc:sldMk cId="1509250780" sldId="353"/>
            <ac:cxnSpMk id="14" creationId="{5D9218C9-5CBF-602E-8899-477A76CAFE18}"/>
          </ac:cxnSpMkLst>
        </pc:cxnChg>
      </pc:sldChg>
      <pc:sldChg chg="addSp delSp modSp add mod modTransition">
        <pc:chgData name="Phan Thanh Duy" userId="7fe205da-551d-4fae-b045-58d66fb40073" providerId="ADAL" clId="{A441D81C-AEF8-464D-902E-B6449B34371D}" dt="2026-10-06T16:17:47.873" v="4237" actId="1076"/>
        <pc:sldMkLst>
          <pc:docMk/>
          <pc:sldMk cId="2718163282" sldId="354"/>
        </pc:sldMkLst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2" creationId="{44A9F0A0-0169-9389-6168-60AF97989A1B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3" creationId="{BC46C197-815B-6C19-23F4-2E8A0CFDB81F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5" creationId="{336E6597-1062-F68B-22E1-5EA7A7E5E405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8" creationId="{A86B2FC4-9E43-317B-A543-9EBF9F6537EC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9" creationId="{F1575019-945F-9F46-38C0-C77AA019C866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12" creationId="{5E2026EA-0FEA-AF79-4968-7B580C70D806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13" creationId="{DBFDAB19-4238-1831-2A72-FBA19E5ADB1E}"/>
          </ac:spMkLst>
        </pc:spChg>
        <pc:spChg chg="add mod">
          <ac:chgData name="Phan Thanh Duy" userId="7fe205da-551d-4fae-b045-58d66fb40073" providerId="ADAL" clId="{A441D81C-AEF8-464D-902E-B6449B34371D}" dt="2026-10-06T15:34:50.842" v="4017"/>
          <ac:spMkLst>
            <pc:docMk/>
            <pc:sldMk cId="2718163282" sldId="354"/>
            <ac:spMk id="15" creationId="{B6DF9151-27AB-B0AA-75B3-87457DE57E74}"/>
          </ac:spMkLst>
        </pc:spChg>
        <pc:spChg chg="add mod">
          <ac:chgData name="Phan Thanh Duy" userId="7fe205da-551d-4fae-b045-58d66fb40073" providerId="ADAL" clId="{A441D81C-AEF8-464D-902E-B6449B34371D}" dt="2026-10-06T15:37:34.021" v="4054" actId="1076"/>
          <ac:spMkLst>
            <pc:docMk/>
            <pc:sldMk cId="2718163282" sldId="354"/>
            <ac:spMk id="17" creationId="{0974287B-8BA3-9E16-D2FD-EBF9C6C29EF6}"/>
          </ac:spMkLst>
        </pc:spChg>
        <pc:spChg chg="add mod">
          <ac:chgData name="Phan Thanh Duy" userId="7fe205da-551d-4fae-b045-58d66fb40073" providerId="ADAL" clId="{A441D81C-AEF8-464D-902E-B6449B34371D}" dt="2026-10-06T15:37:15.266" v="4052" actId="14100"/>
          <ac:spMkLst>
            <pc:docMk/>
            <pc:sldMk cId="2718163282" sldId="354"/>
            <ac:spMk id="18" creationId="{97A51C4E-A2DE-B367-5CDA-25D23DB23C69}"/>
          </ac:spMkLst>
        </pc:spChg>
        <pc:spChg chg="add mod">
          <ac:chgData name="Phan Thanh Duy" userId="7fe205da-551d-4fae-b045-58d66fb40073" providerId="ADAL" clId="{A441D81C-AEF8-464D-902E-B6449B34371D}" dt="2026-10-06T15:37:39.033" v="4056" actId="1076"/>
          <ac:spMkLst>
            <pc:docMk/>
            <pc:sldMk cId="2718163282" sldId="354"/>
            <ac:spMk id="20" creationId="{68861F7A-DF5D-E562-5649-247154A2FB27}"/>
          </ac:spMkLst>
        </pc:spChg>
        <pc:spChg chg="mod">
          <ac:chgData name="Phan Thanh Duy" userId="7fe205da-551d-4fae-b045-58d66fb40073" providerId="ADAL" clId="{A441D81C-AEF8-464D-902E-B6449B34371D}" dt="2026-10-06T15:36:43.620" v="4048" actId="20577"/>
          <ac:spMkLst>
            <pc:docMk/>
            <pc:sldMk cId="2718163282" sldId="354"/>
            <ac:spMk id="23" creationId="{6ED35DD4-3BE1-A0D7-96EC-BA97AE4C0790}"/>
          </ac:spMkLst>
        </pc:spChg>
        <pc:spChg chg="add mod">
          <ac:chgData name="Phan Thanh Duy" userId="7fe205da-551d-4fae-b045-58d66fb40073" providerId="ADAL" clId="{A441D81C-AEF8-464D-902E-B6449B34371D}" dt="2026-10-06T15:37:49.181" v="4057" actId="1076"/>
          <ac:spMkLst>
            <pc:docMk/>
            <pc:sldMk cId="2718163282" sldId="354"/>
            <ac:spMk id="24" creationId="{3A6B7DD6-049B-8C05-C299-17CAE4AC4A7D}"/>
          </ac:spMkLst>
        </pc:spChg>
        <pc:spChg chg="add mod">
          <ac:chgData name="Phan Thanh Duy" userId="7fe205da-551d-4fae-b045-58d66fb40073" providerId="ADAL" clId="{A441D81C-AEF8-464D-902E-B6449B34371D}" dt="2026-10-06T15:37:55.375" v="4058" actId="1076"/>
          <ac:spMkLst>
            <pc:docMk/>
            <pc:sldMk cId="2718163282" sldId="354"/>
            <ac:spMk id="25" creationId="{D06B7335-BB72-5905-05B7-005CBE7FC283}"/>
          </ac:spMkLst>
        </pc:spChg>
        <pc:spChg chg="add mod">
          <ac:chgData name="Phan Thanh Duy" userId="7fe205da-551d-4fae-b045-58d66fb40073" providerId="ADAL" clId="{A441D81C-AEF8-464D-902E-B6449B34371D}" dt="2026-10-06T15:37:59.099" v="4059" actId="1076"/>
          <ac:spMkLst>
            <pc:docMk/>
            <pc:sldMk cId="2718163282" sldId="354"/>
            <ac:spMk id="28" creationId="{E826E6FB-3087-AB9C-1540-D5DE763CE95B}"/>
          </ac:spMkLst>
        </pc:spChg>
        <pc:spChg chg="add mod">
          <ac:chgData name="Phan Thanh Duy" userId="7fe205da-551d-4fae-b045-58d66fb40073" providerId="ADAL" clId="{A441D81C-AEF8-464D-902E-B6449B34371D}" dt="2026-10-06T16:17:42.636" v="4236" actId="14100"/>
          <ac:spMkLst>
            <pc:docMk/>
            <pc:sldMk cId="2718163282" sldId="354"/>
            <ac:spMk id="29" creationId="{DBB667BC-C967-1998-674C-B2CB202ED4A6}"/>
          </ac:spMkLst>
        </pc:spChg>
        <pc:spChg chg="add mod">
          <ac:chgData name="Phan Thanh Duy" userId="7fe205da-551d-4fae-b045-58d66fb40073" providerId="ADAL" clId="{A441D81C-AEF8-464D-902E-B6449B34371D}" dt="2026-10-06T16:17:47.873" v="4237" actId="1076"/>
          <ac:spMkLst>
            <pc:docMk/>
            <pc:sldMk cId="2718163282" sldId="354"/>
            <ac:spMk id="31" creationId="{D6FC227B-538A-179A-79D4-85EE43ECC8EF}"/>
          </ac:spMkLst>
        </pc:spChg>
        <pc:spChg chg="add del mod">
          <ac:chgData name="Phan Thanh Duy" userId="7fe205da-551d-4fae-b045-58d66fb40073" providerId="ADAL" clId="{A441D81C-AEF8-464D-902E-B6449B34371D}" dt="2026-10-06T15:36:47.490" v="4050" actId="478"/>
          <ac:spMkLst>
            <pc:docMk/>
            <pc:sldMk cId="2718163282" sldId="354"/>
            <ac:spMk id="1024" creationId="{ECD9D9DB-FB39-D576-4EBF-708F9BE3A234}"/>
          </ac:spMkLst>
        </pc:spChg>
        <pc:spChg chg="add mod">
          <ac:chgData name="Phan Thanh Duy" userId="7fe205da-551d-4fae-b045-58d66fb40073" providerId="ADAL" clId="{A441D81C-AEF8-464D-902E-B6449B34371D}" dt="2026-10-06T15:36:47.764" v="4051"/>
          <ac:spMkLst>
            <pc:docMk/>
            <pc:sldMk cId="2718163282" sldId="354"/>
            <ac:spMk id="1025" creationId="{78FB2BBF-8DAF-7ACB-A81E-5391AD9A72BB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026" creationId="{254F07E1-16C1-EF51-35F6-B895E2FA3909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027" creationId="{6C8530A4-74AE-5AD8-75B0-DB56C065D119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029" creationId="{346CC2D4-D53D-1B2D-44AF-98A3287BD1D2}"/>
          </ac:spMkLst>
        </pc:spChg>
        <pc:spChg chg="del">
          <ac:chgData name="Phan Thanh Duy" userId="7fe205da-551d-4fae-b045-58d66fb40073" providerId="ADAL" clId="{A441D81C-AEF8-464D-902E-B6449B34371D}" dt="2026-10-06T15:36:45.713" v="4049" actId="478"/>
          <ac:spMkLst>
            <pc:docMk/>
            <pc:sldMk cId="2718163282" sldId="354"/>
            <ac:spMk id="1039" creationId="{D36F9133-8B25-FEE2-F9BC-204476132688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62" creationId="{485270E6-7E9B-FFFD-5C1D-F5DF8EE20A32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63" creationId="{254F6A21-8FC1-8B7A-2A14-15CC57FD59B7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65" creationId="{6C4B9CA8-2E7C-C58F-E5AD-31879D3D7F0C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68" creationId="{73AD824A-8C27-CDD6-5B0B-081E859B45E9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70" creationId="{DF2C291E-B85D-7820-5EA3-88B7E8F3A2EE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71" creationId="{9F4C8141-4593-7454-AB86-844D273BB73B}"/>
          </ac:spMkLst>
        </pc:spChg>
        <pc:spChg chg="del">
          <ac:chgData name="Phan Thanh Duy" userId="7fe205da-551d-4fae-b045-58d66fb40073" providerId="ADAL" clId="{A441D81C-AEF8-464D-902E-B6449B34371D}" dt="2026-10-06T15:34:50.056" v="4016" actId="478"/>
          <ac:spMkLst>
            <pc:docMk/>
            <pc:sldMk cId="2718163282" sldId="354"/>
            <ac:spMk id="1374" creationId="{4279342A-C9B1-3E57-02D8-FBC550A2DC7E}"/>
          </ac:spMkLst>
        </pc:spChg>
        <pc:cxnChg chg="add mod">
          <ac:chgData name="Phan Thanh Duy" userId="7fe205da-551d-4fae-b045-58d66fb40073" providerId="ADAL" clId="{A441D81C-AEF8-464D-902E-B6449B34371D}" dt="2026-10-06T15:34:50.842" v="4017"/>
          <ac:cxnSpMkLst>
            <pc:docMk/>
            <pc:sldMk cId="2718163282" sldId="354"/>
            <ac:cxnSpMk id="11" creationId="{DAB50125-DE6D-99F8-45A7-39784D29D8B6}"/>
          </ac:cxnSpMkLst>
        </pc:cxnChg>
        <pc:cxnChg chg="add mod">
          <ac:chgData name="Phan Thanh Duy" userId="7fe205da-551d-4fae-b045-58d66fb40073" providerId="ADAL" clId="{A441D81C-AEF8-464D-902E-B6449B34371D}" dt="2026-10-06T15:34:50.842" v="4017"/>
          <ac:cxnSpMkLst>
            <pc:docMk/>
            <pc:sldMk cId="2718163282" sldId="354"/>
            <ac:cxnSpMk id="16" creationId="{05A0F1EB-ACA3-FC33-943A-49BDC74C4B81}"/>
          </ac:cxnSpMkLst>
        </pc:cxnChg>
        <pc:cxnChg chg="mod">
          <ac:chgData name="Phan Thanh Duy" userId="7fe205da-551d-4fae-b045-58d66fb40073" providerId="ADAL" clId="{A441D81C-AEF8-464D-902E-B6449B34371D}" dt="2026-10-06T15:37:34.021" v="4054" actId="1076"/>
          <ac:cxnSpMkLst>
            <pc:docMk/>
            <pc:sldMk cId="2718163282" sldId="354"/>
            <ac:cxnSpMk id="19" creationId="{08D918BB-15B6-5C88-7642-5E312EFD25E2}"/>
          </ac:cxnSpMkLst>
        </pc:cxnChg>
        <pc:cxnChg chg="mod">
          <ac:chgData name="Phan Thanh Duy" userId="7fe205da-551d-4fae-b045-58d66fb40073" providerId="ADAL" clId="{A441D81C-AEF8-464D-902E-B6449B34371D}" dt="2026-10-06T15:37:39.033" v="4056" actId="1076"/>
          <ac:cxnSpMkLst>
            <pc:docMk/>
            <pc:sldMk cId="2718163282" sldId="354"/>
            <ac:cxnSpMk id="21" creationId="{602B9181-2ECE-1BBA-2EFC-278310B312E8}"/>
          </ac:cxnSpMkLst>
        </pc:cxnChg>
        <pc:cxnChg chg="add mod">
          <ac:chgData name="Phan Thanh Duy" userId="7fe205da-551d-4fae-b045-58d66fb40073" providerId="ADAL" clId="{A441D81C-AEF8-464D-902E-B6449B34371D}" dt="2026-10-06T15:37:49.181" v="4057" actId="1076"/>
          <ac:cxnSpMkLst>
            <pc:docMk/>
            <pc:sldMk cId="2718163282" sldId="354"/>
            <ac:cxnSpMk id="22" creationId="{767FF11C-C76C-842C-BDAE-0A456586CEAB}"/>
          </ac:cxnSpMkLst>
        </pc:cxnChg>
        <pc:cxnChg chg="mod">
          <ac:chgData name="Phan Thanh Duy" userId="7fe205da-551d-4fae-b045-58d66fb40073" providerId="ADAL" clId="{A441D81C-AEF8-464D-902E-B6449B34371D}" dt="2026-10-06T15:37:59.099" v="4059" actId="1076"/>
          <ac:cxnSpMkLst>
            <pc:docMk/>
            <pc:sldMk cId="2718163282" sldId="354"/>
            <ac:cxnSpMk id="26" creationId="{DD9D555D-6EBA-C3E0-517F-124344016E1F}"/>
          </ac:cxnSpMkLst>
        </pc:cxnChg>
        <pc:cxnChg chg="add mod">
          <ac:chgData name="Phan Thanh Duy" userId="7fe205da-551d-4fae-b045-58d66fb40073" providerId="ADAL" clId="{A441D81C-AEF8-464D-902E-B6449B34371D}" dt="2026-10-06T15:37:55.375" v="4058" actId="1076"/>
          <ac:cxnSpMkLst>
            <pc:docMk/>
            <pc:sldMk cId="2718163282" sldId="354"/>
            <ac:cxnSpMk id="27" creationId="{822D521F-94E8-13E6-B492-AAB152E9D2F0}"/>
          </ac:cxnSpMkLst>
        </pc:cxnChg>
        <pc:cxnChg chg="mod">
          <ac:chgData name="Phan Thanh Duy" userId="7fe205da-551d-4fae-b045-58d66fb40073" providerId="ADAL" clId="{A441D81C-AEF8-464D-902E-B6449B34371D}" dt="2026-10-06T16:17:42.636" v="4236" actId="14100"/>
          <ac:cxnSpMkLst>
            <pc:docMk/>
            <pc:sldMk cId="2718163282" sldId="354"/>
            <ac:cxnSpMk id="30" creationId="{68EA8AB7-4C65-1983-F04A-6D4709F0B04E}"/>
          </ac:cxnSpMkLst>
        </pc:cxnChg>
        <pc:cxnChg chg="mod">
          <ac:chgData name="Phan Thanh Duy" userId="7fe205da-551d-4fae-b045-58d66fb40073" providerId="ADAL" clId="{A441D81C-AEF8-464D-902E-B6449B34371D}" dt="2026-10-06T16:17:47.873" v="4237" actId="1076"/>
          <ac:cxnSpMkLst>
            <pc:docMk/>
            <pc:sldMk cId="2718163282" sldId="354"/>
            <ac:cxnSpMk id="1344" creationId="{D11DA457-2966-A047-E012-6AAD7039B18E}"/>
          </ac:cxnSpMkLst>
        </pc:cxnChg>
      </pc:sldChg>
      <pc:sldChg chg="addSp delSp modSp add mod">
        <pc:chgData name="Phan Thanh Duy" userId="7fe205da-551d-4fae-b045-58d66fb40073" providerId="ADAL" clId="{A441D81C-AEF8-464D-902E-B6449B34371D}" dt="2026-10-07T02:31:41.189" v="4294" actId="20577"/>
        <pc:sldMkLst>
          <pc:docMk/>
          <pc:sldMk cId="884170961" sldId="355"/>
        </pc:sldMkLst>
        <pc:spChg chg="mod">
          <ac:chgData name="Phan Thanh Duy" userId="7fe205da-551d-4fae-b045-58d66fb40073" providerId="ADAL" clId="{A441D81C-AEF8-464D-902E-B6449B34371D}" dt="2026-10-07T02:31:41.189" v="4294" actId="20577"/>
          <ac:spMkLst>
            <pc:docMk/>
            <pc:sldMk cId="884170961" sldId="355"/>
            <ac:spMk id="7" creationId="{BA73E170-0E1E-810D-4713-CB828AF178A4}"/>
          </ac:spMkLst>
        </pc:spChg>
        <pc:spChg chg="add del mod">
          <ac:chgData name="Phan Thanh Duy" userId="7fe205da-551d-4fae-b045-58d66fb40073" providerId="ADAL" clId="{A441D81C-AEF8-464D-902E-B6449B34371D}" dt="2026-10-06T15:45:47.577" v="4092" actId="478"/>
          <ac:spMkLst>
            <pc:docMk/>
            <pc:sldMk cId="884170961" sldId="355"/>
            <ac:spMk id="8" creationId="{82EA4E43-88F6-8D55-E1EB-EF1ABDACB3E3}"/>
          </ac:spMkLst>
        </pc:spChg>
        <pc:spChg chg="add mod">
          <ac:chgData name="Phan Thanh Duy" userId="7fe205da-551d-4fae-b045-58d66fb40073" providerId="ADAL" clId="{A441D81C-AEF8-464D-902E-B6449B34371D}" dt="2026-10-06T15:45:47.919" v="4093"/>
          <ac:spMkLst>
            <pc:docMk/>
            <pc:sldMk cId="884170961" sldId="355"/>
            <ac:spMk id="9" creationId="{3E590720-7FC0-C238-D1E1-F6DBE93F25DF}"/>
          </ac:spMkLst>
        </pc:spChg>
        <pc:spChg chg="mod">
          <ac:chgData name="Phan Thanh Duy" userId="7fe205da-551d-4fae-b045-58d66fb40073" providerId="ADAL" clId="{A441D81C-AEF8-464D-902E-B6449B34371D}" dt="2026-10-06T15:45:50.369" v="4097" actId="20577"/>
          <ac:spMkLst>
            <pc:docMk/>
            <pc:sldMk cId="884170961" sldId="355"/>
            <ac:spMk id="23" creationId="{D7BFEED8-6359-F466-17E7-36412FD8456E}"/>
          </ac:spMkLst>
        </pc:spChg>
        <pc:spChg chg="del">
          <ac:chgData name="Phan Thanh Duy" userId="7fe205da-551d-4fae-b045-58d66fb40073" providerId="ADAL" clId="{A441D81C-AEF8-464D-902E-B6449B34371D}" dt="2026-10-06T15:45:45.931" v="4091" actId="478"/>
          <ac:spMkLst>
            <pc:docMk/>
            <pc:sldMk cId="884170961" sldId="355"/>
            <ac:spMk id="1039" creationId="{8345AE3C-BA5A-5347-0163-7478E27D560D}"/>
          </ac:spMkLst>
        </pc:spChg>
        <pc:picChg chg="del">
          <ac:chgData name="Phan Thanh Duy" userId="7fe205da-551d-4fae-b045-58d66fb40073" providerId="ADAL" clId="{A441D81C-AEF8-464D-902E-B6449B34371D}" dt="2026-10-06T15:45:01.154" v="4087" actId="478"/>
          <ac:picMkLst>
            <pc:docMk/>
            <pc:sldMk cId="884170961" sldId="355"/>
            <ac:picMk id="3" creationId="{F11A0ED0-4DB3-EE8C-6B43-6737E379C199}"/>
          </ac:picMkLst>
        </pc:picChg>
        <pc:picChg chg="add mod">
          <ac:chgData name="Phan Thanh Duy" userId="7fe205da-551d-4fae-b045-58d66fb40073" providerId="ADAL" clId="{A441D81C-AEF8-464D-902E-B6449B34371D}" dt="2026-10-06T15:45:10.456" v="4090" actId="1076"/>
          <ac:picMkLst>
            <pc:docMk/>
            <pc:sldMk cId="884170961" sldId="355"/>
            <ac:picMk id="4" creationId="{5BF393CB-B2F3-F576-8257-8A919DE756A1}"/>
          </ac:picMkLst>
        </pc:picChg>
      </pc:sldChg>
      <pc:sldChg chg="addSp delSp modSp add mod">
        <pc:chgData name="Phan Thanh Duy" userId="7fe205da-551d-4fae-b045-58d66fb40073" providerId="ADAL" clId="{A441D81C-AEF8-464D-902E-B6449B34371D}" dt="2026-10-06T16:11:13.736" v="4213" actId="20577"/>
        <pc:sldMkLst>
          <pc:docMk/>
          <pc:sldMk cId="3121669601" sldId="356"/>
        </pc:sldMkLst>
        <pc:spChg chg="add del mod">
          <ac:chgData name="Phan Thanh Duy" userId="7fe205da-551d-4fae-b045-58d66fb40073" providerId="ADAL" clId="{A441D81C-AEF8-464D-902E-B6449B34371D}" dt="2026-10-06T15:46:01.886" v="4100" actId="478"/>
          <ac:spMkLst>
            <pc:docMk/>
            <pc:sldMk cId="3121669601" sldId="356"/>
            <ac:spMk id="3" creationId="{01CA7EE2-F5CA-15C6-2FCA-DC4807B2E5C9}"/>
          </ac:spMkLst>
        </pc:spChg>
        <pc:spChg chg="add mod ord">
          <ac:chgData name="Phan Thanh Duy" userId="7fe205da-551d-4fae-b045-58d66fb40073" providerId="ADAL" clId="{A441D81C-AEF8-464D-902E-B6449B34371D}" dt="2026-10-06T15:46:42.707" v="4123" actId="167"/>
          <ac:spMkLst>
            <pc:docMk/>
            <pc:sldMk cId="3121669601" sldId="356"/>
            <ac:spMk id="4" creationId="{3E59D9E5-9E4C-1913-2331-E9CB1A8A491A}"/>
          </ac:spMkLst>
        </pc:spChg>
        <pc:spChg chg="mod">
          <ac:chgData name="Phan Thanh Duy" userId="7fe205da-551d-4fae-b045-58d66fb40073" providerId="ADAL" clId="{A441D81C-AEF8-464D-902E-B6449B34371D}" dt="2026-10-06T15:46:54.052" v="4125" actId="571"/>
          <ac:spMkLst>
            <pc:docMk/>
            <pc:sldMk cId="3121669601" sldId="356"/>
            <ac:spMk id="9" creationId="{54987A96-9C67-47BF-B459-D8919706B3EC}"/>
          </ac:spMkLst>
        </pc:spChg>
        <pc:spChg chg="mod">
          <ac:chgData name="Phan Thanh Duy" userId="7fe205da-551d-4fae-b045-58d66fb40073" providerId="ADAL" clId="{A441D81C-AEF8-464D-902E-B6449B34371D}" dt="2026-10-06T15:46:54.052" v="4125" actId="571"/>
          <ac:spMkLst>
            <pc:docMk/>
            <pc:sldMk cId="3121669601" sldId="356"/>
            <ac:spMk id="10" creationId="{71528343-6ED1-DC07-1522-68FC64987499}"/>
          </ac:spMkLst>
        </pc:spChg>
        <pc:spChg chg="mod">
          <ac:chgData name="Phan Thanh Duy" userId="7fe205da-551d-4fae-b045-58d66fb40073" providerId="ADAL" clId="{A441D81C-AEF8-464D-902E-B6449B34371D}" dt="2026-10-06T15:46:54.052" v="4125" actId="571"/>
          <ac:spMkLst>
            <pc:docMk/>
            <pc:sldMk cId="3121669601" sldId="356"/>
            <ac:spMk id="13" creationId="{7EBA1652-1AE9-10FA-95CE-5F2F34045E5B}"/>
          </ac:spMkLst>
        </pc:spChg>
        <pc:spChg chg="mod">
          <ac:chgData name="Phan Thanh Duy" userId="7fe205da-551d-4fae-b045-58d66fb40073" providerId="ADAL" clId="{A441D81C-AEF8-464D-902E-B6449B34371D}" dt="2026-10-06T16:11:13.736" v="4213" actId="20577"/>
          <ac:spMkLst>
            <pc:docMk/>
            <pc:sldMk cId="3121669601" sldId="356"/>
            <ac:spMk id="15" creationId="{E7ADD254-2E6A-AC78-C706-895DC65FCBDA}"/>
          </ac:spMkLst>
        </pc:spChg>
        <pc:spChg chg="mod">
          <ac:chgData name="Phan Thanh Duy" userId="7fe205da-551d-4fae-b045-58d66fb40073" providerId="ADAL" clId="{A441D81C-AEF8-464D-902E-B6449B34371D}" dt="2026-10-06T16:10:46.799" v="4184" actId="20577"/>
          <ac:spMkLst>
            <pc:docMk/>
            <pc:sldMk cId="3121669601" sldId="356"/>
            <ac:spMk id="19" creationId="{674C5D67-D7EF-73F1-13E9-D5E54A96A756}"/>
          </ac:spMkLst>
        </pc:spChg>
        <pc:spChg chg="mod">
          <ac:chgData name="Phan Thanh Duy" userId="7fe205da-551d-4fae-b045-58d66fb40073" providerId="ADAL" clId="{A441D81C-AEF8-464D-902E-B6449B34371D}" dt="2026-10-06T15:46:36.969" v="4122" actId="1076"/>
          <ac:spMkLst>
            <pc:docMk/>
            <pc:sldMk cId="3121669601" sldId="356"/>
            <ac:spMk id="23" creationId="{AC3EE613-572A-DE38-A53C-D4DD9ABD1C61}"/>
          </ac:spMkLst>
        </pc:spChg>
        <pc:spChg chg="del">
          <ac:chgData name="Phan Thanh Duy" userId="7fe205da-551d-4fae-b045-58d66fb40073" providerId="ADAL" clId="{A441D81C-AEF8-464D-902E-B6449B34371D}" dt="2026-10-06T15:45:56.872" v="4098" actId="478"/>
          <ac:spMkLst>
            <pc:docMk/>
            <pc:sldMk cId="3121669601" sldId="356"/>
            <ac:spMk id="1039" creationId="{D95A6BB6-2D03-5987-B829-7A6FAD51DA2E}"/>
          </ac:spMkLst>
        </pc:spChg>
        <pc:grpChg chg="add mod">
          <ac:chgData name="Phan Thanh Duy" userId="7fe205da-551d-4fae-b045-58d66fb40073" providerId="ADAL" clId="{A441D81C-AEF8-464D-902E-B6449B34371D}" dt="2026-10-06T15:46:54.052" v="4125" actId="571"/>
          <ac:grpSpMkLst>
            <pc:docMk/>
            <pc:sldMk cId="3121669601" sldId="356"/>
            <ac:grpSpMk id="6" creationId="{7A7E4F2E-8C1A-EC1C-F5E0-21AF2AF2FB3B}"/>
          </ac:grpSpMkLst>
        </pc:grpChg>
        <pc:grpChg chg="mod">
          <ac:chgData name="Phan Thanh Duy" userId="7fe205da-551d-4fae-b045-58d66fb40073" providerId="ADAL" clId="{A441D81C-AEF8-464D-902E-B6449B34371D}" dt="2026-10-06T15:46:54.052" v="4125" actId="571"/>
          <ac:grpSpMkLst>
            <pc:docMk/>
            <pc:sldMk cId="3121669601" sldId="356"/>
            <ac:grpSpMk id="7" creationId="{B45DDA09-A799-7C6A-D16F-929B539362EF}"/>
          </ac:grpSpMkLst>
        </pc:grpChg>
        <pc:grpChg chg="mod">
          <ac:chgData name="Phan Thanh Duy" userId="7fe205da-551d-4fae-b045-58d66fb40073" providerId="ADAL" clId="{A441D81C-AEF8-464D-902E-B6449B34371D}" dt="2026-10-06T15:46:30.438" v="4120" actId="14100"/>
          <ac:grpSpMkLst>
            <pc:docMk/>
            <pc:sldMk cId="3121669601" sldId="356"/>
            <ac:grpSpMk id="1042" creationId="{66391D4C-3CBE-920C-51D6-5CA7335390C5}"/>
          </ac:grpSpMkLst>
        </pc:grpChg>
        <pc:picChg chg="mod">
          <ac:chgData name="Phan Thanh Duy" userId="7fe205da-551d-4fae-b045-58d66fb40073" providerId="ADAL" clId="{A441D81C-AEF8-464D-902E-B6449B34371D}" dt="2026-10-06T15:48:32.300" v="4126" actId="14826"/>
          <ac:picMkLst>
            <pc:docMk/>
            <pc:sldMk cId="3121669601" sldId="356"/>
            <ac:picMk id="8" creationId="{266DA426-6D59-21A7-2182-21909C8B50BC}"/>
          </ac:picMkLst>
        </pc:picChg>
        <pc:picChg chg="mod">
          <ac:chgData name="Phan Thanh Duy" userId="7fe205da-551d-4fae-b045-58d66fb40073" providerId="ADAL" clId="{A441D81C-AEF8-464D-902E-B6449B34371D}" dt="2026-10-06T16:00:21.010" v="4134" actId="14826"/>
          <ac:picMkLst>
            <pc:docMk/>
            <pc:sldMk cId="3121669601" sldId="356"/>
            <ac:picMk id="12" creationId="{A4464D44-7B3A-F623-989D-5ACC817AA161}"/>
          </ac:picMkLst>
        </pc:picChg>
        <pc:picChg chg="add del">
          <ac:chgData name="Phan Thanh Duy" userId="7fe205da-551d-4fae-b045-58d66fb40073" providerId="ADAL" clId="{A441D81C-AEF8-464D-902E-B6449B34371D}" dt="2026-10-06T15:59:51.110" v="4133" actId="22"/>
          <ac:picMkLst>
            <pc:docMk/>
            <pc:sldMk cId="3121669601" sldId="356"/>
            <ac:picMk id="16" creationId="{18FCEF8D-70E3-DF20-1784-51C4CB33C632}"/>
          </ac:picMkLst>
        </pc:picChg>
        <pc:cxnChg chg="mod">
          <ac:chgData name="Phan Thanh Duy" userId="7fe205da-551d-4fae-b045-58d66fb40073" providerId="ADAL" clId="{A441D81C-AEF8-464D-902E-B6449B34371D}" dt="2026-10-06T15:46:54.052" v="4125" actId="571"/>
          <ac:cxnSpMkLst>
            <pc:docMk/>
            <pc:sldMk cId="3121669601" sldId="356"/>
            <ac:cxnSpMk id="11" creationId="{764BBAAD-C83E-1F95-FE0D-4D55084E7431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7T02:32:32.434" v="4299"/>
        <pc:sldMkLst>
          <pc:docMk/>
          <pc:sldMk cId="797379015" sldId="357"/>
        </pc:sldMkLst>
        <pc:spChg chg="add del mod">
          <ac:chgData name="Phan Thanh Duy" userId="7fe205da-551d-4fae-b045-58d66fb40073" providerId="ADAL" clId="{A441D81C-AEF8-464D-902E-B6449B34371D}" dt="2026-10-07T02:32:24.933" v="4297" actId="478"/>
          <ac:spMkLst>
            <pc:docMk/>
            <pc:sldMk cId="797379015" sldId="357"/>
            <ac:spMk id="3" creationId="{222ABDC9-F445-7728-AE08-8AE6BBD25735}"/>
          </ac:spMkLst>
        </pc:spChg>
        <pc:spChg chg="add mod">
          <ac:chgData name="Phan Thanh Duy" userId="7fe205da-551d-4fae-b045-58d66fb40073" providerId="ADAL" clId="{A441D81C-AEF8-464D-902E-B6449B34371D}" dt="2026-10-07T02:32:32.434" v="4299"/>
          <ac:spMkLst>
            <pc:docMk/>
            <pc:sldMk cId="797379015" sldId="357"/>
            <ac:spMk id="4" creationId="{37B00F07-C69D-97A3-AB8F-70DDF0BB8458}"/>
          </ac:spMkLst>
        </pc:spChg>
        <pc:spChg chg="mod">
          <ac:chgData name="Phan Thanh Duy" userId="7fe205da-551d-4fae-b045-58d66fb40073" providerId="ADAL" clId="{A441D81C-AEF8-464D-902E-B6449B34371D}" dt="2026-10-07T02:32:32.434" v="4299"/>
          <ac:spMkLst>
            <pc:docMk/>
            <pc:sldMk cId="797379015" sldId="357"/>
            <ac:spMk id="9" creationId="{FED7F23F-DBD7-0130-2F6E-14B18B174009}"/>
          </ac:spMkLst>
        </pc:spChg>
        <pc:spChg chg="mod">
          <ac:chgData name="Phan Thanh Duy" userId="7fe205da-551d-4fae-b045-58d66fb40073" providerId="ADAL" clId="{A441D81C-AEF8-464D-902E-B6449B34371D}" dt="2026-10-07T02:32:32.434" v="4299"/>
          <ac:spMkLst>
            <pc:docMk/>
            <pc:sldMk cId="797379015" sldId="357"/>
            <ac:spMk id="10" creationId="{C211072E-EE94-78FC-C490-BBB05A908BEB}"/>
          </ac:spMkLst>
        </pc:spChg>
        <pc:spChg chg="mod">
          <ac:chgData name="Phan Thanh Duy" userId="7fe205da-551d-4fae-b045-58d66fb40073" providerId="ADAL" clId="{A441D81C-AEF8-464D-902E-B6449B34371D}" dt="2026-10-07T02:32:32.434" v="4299"/>
          <ac:spMkLst>
            <pc:docMk/>
            <pc:sldMk cId="797379015" sldId="357"/>
            <ac:spMk id="13" creationId="{51B2CC01-06F8-8935-C050-CD80246CE2C2}"/>
          </ac:spMkLst>
        </pc:spChg>
        <pc:spChg chg="add mod">
          <ac:chgData name="Phan Thanh Duy" userId="7fe205da-551d-4fae-b045-58d66fb40073" providerId="ADAL" clId="{A441D81C-AEF8-464D-902E-B6449B34371D}" dt="2026-10-07T02:32:32.434" v="4299"/>
          <ac:spMkLst>
            <pc:docMk/>
            <pc:sldMk cId="797379015" sldId="357"/>
            <ac:spMk id="14" creationId="{8AF3BE2C-07D7-F680-EA35-FAF62713B2F2}"/>
          </ac:spMkLst>
        </pc:spChg>
        <pc:spChg chg="mod">
          <ac:chgData name="Phan Thanh Duy" userId="7fe205da-551d-4fae-b045-58d66fb40073" providerId="ADAL" clId="{A441D81C-AEF8-464D-902E-B6449B34371D}" dt="2026-10-06T16:11:53.723" v="4219"/>
          <ac:spMkLst>
            <pc:docMk/>
            <pc:sldMk cId="797379015" sldId="357"/>
            <ac:spMk id="15" creationId="{383CCC1D-4E42-D25B-D2E5-5B839FFCD60E}"/>
          </ac:spMkLst>
        </pc:spChg>
        <pc:spChg chg="mod">
          <ac:chgData name="Phan Thanh Duy" userId="7fe205da-551d-4fae-b045-58d66fb40073" providerId="ADAL" clId="{A441D81C-AEF8-464D-902E-B6449B34371D}" dt="2026-10-06T16:12:14.582" v="4226"/>
          <ac:spMkLst>
            <pc:docMk/>
            <pc:sldMk cId="797379015" sldId="357"/>
            <ac:spMk id="19" creationId="{0FFFBB48-4356-B60E-CF26-F9E169493CC8}"/>
          </ac:spMkLst>
        </pc:spChg>
        <pc:spChg chg="del">
          <ac:chgData name="Phan Thanh Duy" userId="7fe205da-551d-4fae-b045-58d66fb40073" providerId="ADAL" clId="{A441D81C-AEF8-464D-902E-B6449B34371D}" dt="2026-10-07T02:32:23.510" v="4296" actId="478"/>
          <ac:spMkLst>
            <pc:docMk/>
            <pc:sldMk cId="797379015" sldId="357"/>
            <ac:spMk id="23" creationId="{E4CBCF90-01AD-7850-DB0C-262F414A85E9}"/>
          </ac:spMkLst>
        </pc:spChg>
        <pc:spChg chg="del mod">
          <ac:chgData name="Phan Thanh Duy" userId="7fe205da-551d-4fae-b045-58d66fb40073" providerId="ADAL" clId="{A441D81C-AEF8-464D-902E-B6449B34371D}" dt="2026-10-07T02:32:23.510" v="4296" actId="478"/>
          <ac:spMkLst>
            <pc:docMk/>
            <pc:sldMk cId="797379015" sldId="357"/>
            <ac:spMk id="1039" creationId="{D778DF7F-2B09-4C82-B773-B4319CE3271E}"/>
          </ac:spMkLst>
        </pc:spChg>
        <pc:grpChg chg="add mod">
          <ac:chgData name="Phan Thanh Duy" userId="7fe205da-551d-4fae-b045-58d66fb40073" providerId="ADAL" clId="{A441D81C-AEF8-464D-902E-B6449B34371D}" dt="2026-10-07T02:32:32.434" v="4299"/>
          <ac:grpSpMkLst>
            <pc:docMk/>
            <pc:sldMk cId="797379015" sldId="357"/>
            <ac:grpSpMk id="6" creationId="{40CA7EBC-6B92-7E97-9609-4DA37C945A63}"/>
          </ac:grpSpMkLst>
        </pc:grpChg>
        <pc:grpChg chg="mod">
          <ac:chgData name="Phan Thanh Duy" userId="7fe205da-551d-4fae-b045-58d66fb40073" providerId="ADAL" clId="{A441D81C-AEF8-464D-902E-B6449B34371D}" dt="2026-10-07T02:32:32.434" v="4299"/>
          <ac:grpSpMkLst>
            <pc:docMk/>
            <pc:sldMk cId="797379015" sldId="357"/>
            <ac:grpSpMk id="7" creationId="{66B33264-D512-8182-0BF7-2181ECC868C1}"/>
          </ac:grpSpMkLst>
        </pc:grpChg>
        <pc:grpChg chg="del">
          <ac:chgData name="Phan Thanh Duy" userId="7fe205da-551d-4fae-b045-58d66fb40073" providerId="ADAL" clId="{A441D81C-AEF8-464D-902E-B6449B34371D}" dt="2026-10-07T02:32:26.294" v="4298" actId="478"/>
          <ac:grpSpMkLst>
            <pc:docMk/>
            <pc:sldMk cId="797379015" sldId="357"/>
            <ac:grpSpMk id="1042" creationId="{D2538E5C-174A-FFCF-9BDE-E70F260F2931}"/>
          </ac:grpSpMkLst>
        </pc:grpChg>
        <pc:picChg chg="mod">
          <ac:chgData name="Phan Thanh Duy" userId="7fe205da-551d-4fae-b045-58d66fb40073" providerId="ADAL" clId="{A441D81C-AEF8-464D-902E-B6449B34371D}" dt="2026-10-06T16:01:41.066" v="4141" actId="14826"/>
          <ac:picMkLst>
            <pc:docMk/>
            <pc:sldMk cId="797379015" sldId="357"/>
            <ac:picMk id="8" creationId="{B48EE48C-B893-D2E6-DECA-2C7A544E2DFF}"/>
          </ac:picMkLst>
        </pc:picChg>
        <pc:picChg chg="mod">
          <ac:chgData name="Phan Thanh Duy" userId="7fe205da-551d-4fae-b045-58d66fb40073" providerId="ADAL" clId="{A441D81C-AEF8-464D-902E-B6449B34371D}" dt="2026-10-06T16:02:28.022" v="4148" actId="14826"/>
          <ac:picMkLst>
            <pc:docMk/>
            <pc:sldMk cId="797379015" sldId="357"/>
            <ac:picMk id="12" creationId="{1E9D85FE-A69B-E96B-EF56-6C46F42AB5BE}"/>
          </ac:picMkLst>
        </pc:picChg>
        <pc:cxnChg chg="mod">
          <ac:chgData name="Phan Thanh Duy" userId="7fe205da-551d-4fae-b045-58d66fb40073" providerId="ADAL" clId="{A441D81C-AEF8-464D-902E-B6449B34371D}" dt="2026-10-07T02:32:32.434" v="4299"/>
          <ac:cxnSpMkLst>
            <pc:docMk/>
            <pc:sldMk cId="797379015" sldId="357"/>
            <ac:cxnSpMk id="11" creationId="{CDFDC4FA-E40F-9269-B8F7-C21782F0CF7B}"/>
          </ac:cxnSpMkLst>
        </pc:cxnChg>
        <pc:cxnChg chg="mod">
          <ac:chgData name="Phan Thanh Duy" userId="7fe205da-551d-4fae-b045-58d66fb40073" providerId="ADAL" clId="{A441D81C-AEF8-464D-902E-B6449B34371D}" dt="2026-10-07T02:32:26.294" v="4298" actId="478"/>
          <ac:cxnSpMkLst>
            <pc:docMk/>
            <pc:sldMk cId="797379015" sldId="357"/>
            <ac:cxnSpMk id="1045" creationId="{D5E96F77-12C8-08D8-4FFC-D802AEB2DEEA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6T15:19:23.960" v="3915" actId="1076"/>
        <pc:sldMkLst>
          <pc:docMk/>
          <pc:sldMk cId="663921759" sldId="358"/>
        </pc:sldMkLst>
        <pc:spChg chg="mod">
          <ac:chgData name="Phan Thanh Duy" userId="7fe205da-551d-4fae-b045-58d66fb40073" providerId="ADAL" clId="{A441D81C-AEF8-464D-902E-B6449B34371D}" dt="2026-10-06T14:31:43.813" v="3415" actId="962"/>
          <ac:spMkLst>
            <pc:docMk/>
            <pc:sldMk cId="663921759" sldId="358"/>
            <ac:spMk id="23" creationId="{84CA8B72-99B9-1A46-6B31-3C8E1A9B84F5}"/>
          </ac:spMkLst>
        </pc:spChg>
        <pc:spChg chg="mod">
          <ac:chgData name="Phan Thanh Duy" userId="7fe205da-551d-4fae-b045-58d66fb40073" providerId="ADAL" clId="{A441D81C-AEF8-464D-902E-B6449B34371D}" dt="2026-10-06T15:19:23.960" v="3915" actId="1076"/>
          <ac:spMkLst>
            <pc:docMk/>
            <pc:sldMk cId="663921759" sldId="358"/>
            <ac:spMk id="1039" creationId="{DFFCD7CA-5046-9EEA-1D53-08F02FCF3C01}"/>
          </ac:spMkLst>
        </pc:spChg>
        <pc:picChg chg="del">
          <ac:chgData name="Phan Thanh Duy" userId="7fe205da-551d-4fae-b045-58d66fb40073" providerId="ADAL" clId="{A441D81C-AEF8-464D-902E-B6449B34371D}" dt="2026-10-06T11:56:32.229" v="3331" actId="478"/>
          <ac:picMkLst>
            <pc:docMk/>
            <pc:sldMk cId="663921759" sldId="358"/>
            <ac:picMk id="5" creationId="{2C0EA467-1A6F-AE2B-667C-8180143AC539}"/>
          </ac:picMkLst>
        </pc:picChg>
        <pc:picChg chg="add mod">
          <ac:chgData name="Phan Thanh Duy" userId="7fe205da-551d-4fae-b045-58d66fb40073" providerId="ADAL" clId="{A441D81C-AEF8-464D-902E-B6449B34371D}" dt="2026-10-06T11:56:53.097" v="3342" actId="1076"/>
          <ac:picMkLst>
            <pc:docMk/>
            <pc:sldMk cId="663921759" sldId="358"/>
            <ac:picMk id="8" creationId="{0ED29E8E-8C15-3893-17F5-BD4B4E0095D7}"/>
          </ac:picMkLst>
        </pc:picChg>
      </pc:sldChg>
      <pc:sldChg chg="delSp modSp add del mod ord">
        <pc:chgData name="Phan Thanh Duy" userId="7fe205da-551d-4fae-b045-58d66fb40073" providerId="ADAL" clId="{A441D81C-AEF8-464D-902E-B6449B34371D}" dt="2026-10-06T11:54:07.748" v="3327" actId="47"/>
        <pc:sldMkLst>
          <pc:docMk/>
          <pc:sldMk cId="4146670325" sldId="358"/>
        </pc:sldMkLst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026" creationId="{2A634018-66D7-B405-5440-A283C89616D2}"/>
          </ac:spMkLst>
        </pc:spChg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027" creationId="{8ABE2102-6D7A-DB96-6B88-FEB6E46FD45D}"/>
          </ac:spMkLst>
        </pc:spChg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029" creationId="{1156AC10-3725-D928-3BBB-3DA5FDC7A3EE}"/>
          </ac:spMkLst>
        </pc:spChg>
        <pc:spChg chg="mod">
          <ac:chgData name="Phan Thanh Duy" userId="7fe205da-551d-4fae-b045-58d66fb40073" providerId="ADAL" clId="{A441D81C-AEF8-464D-902E-B6449B34371D}" dt="2026-10-06T11:53:29.684" v="3324" actId="1076"/>
          <ac:spMkLst>
            <pc:docMk/>
            <pc:sldMk cId="4146670325" sldId="358"/>
            <ac:spMk id="1362" creationId="{4F68FBEE-0CC2-45FE-CFF2-2B48B917D297}"/>
          </ac:spMkLst>
        </pc:spChg>
        <pc:spChg chg="del mod">
          <ac:chgData name="Phan Thanh Duy" userId="7fe205da-551d-4fae-b045-58d66fb40073" providerId="ADAL" clId="{A441D81C-AEF8-464D-902E-B6449B34371D}" dt="2026-10-06T11:54:05.739" v="3326" actId="478"/>
          <ac:spMkLst>
            <pc:docMk/>
            <pc:sldMk cId="4146670325" sldId="358"/>
            <ac:spMk id="1363" creationId="{7D018550-A9DF-6A4A-20FA-894C7CCA46F9}"/>
          </ac:spMkLst>
        </pc:spChg>
        <pc:spChg chg="del mod">
          <ac:chgData name="Phan Thanh Duy" userId="7fe205da-551d-4fae-b045-58d66fb40073" providerId="ADAL" clId="{A441D81C-AEF8-464D-902E-B6449B34371D}" dt="2026-10-06T11:54:05.739" v="3326" actId="478"/>
          <ac:spMkLst>
            <pc:docMk/>
            <pc:sldMk cId="4146670325" sldId="358"/>
            <ac:spMk id="1365" creationId="{3E7FFE85-32B1-7CC9-F7A1-18C430F72CE7}"/>
          </ac:spMkLst>
        </pc:spChg>
        <pc:spChg chg="del mod">
          <ac:chgData name="Phan Thanh Duy" userId="7fe205da-551d-4fae-b045-58d66fb40073" providerId="ADAL" clId="{A441D81C-AEF8-464D-902E-B6449B34371D}" dt="2026-10-06T11:54:05.739" v="3326" actId="478"/>
          <ac:spMkLst>
            <pc:docMk/>
            <pc:sldMk cId="4146670325" sldId="358"/>
            <ac:spMk id="1368" creationId="{25BA05B0-1DC4-FA7F-2CD4-DD2440514891}"/>
          </ac:spMkLst>
        </pc:spChg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370" creationId="{29530F7F-28F8-6C64-BCE0-AF61BD5FA47E}"/>
          </ac:spMkLst>
        </pc:spChg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371" creationId="{7CD24A1E-3296-9BC9-9E10-D07258427423}"/>
          </ac:spMkLst>
        </pc:spChg>
        <pc:spChg chg="del">
          <ac:chgData name="Phan Thanh Duy" userId="7fe205da-551d-4fae-b045-58d66fb40073" providerId="ADAL" clId="{A441D81C-AEF8-464D-902E-B6449B34371D}" dt="2026-10-06T11:52:54.036" v="3315" actId="478"/>
          <ac:spMkLst>
            <pc:docMk/>
            <pc:sldMk cId="4146670325" sldId="358"/>
            <ac:spMk id="1374" creationId="{86196EA5-1183-2148-1485-DF2D7293D9ED}"/>
          </ac:spMkLst>
        </pc:spChg>
        <pc:cxnChg chg="del">
          <ac:chgData name="Phan Thanh Duy" userId="7fe205da-551d-4fae-b045-58d66fb40073" providerId="ADAL" clId="{A441D81C-AEF8-464D-902E-B6449B34371D}" dt="2026-10-06T11:52:59.435" v="3316" actId="478"/>
          <ac:cxnSpMkLst>
            <pc:docMk/>
            <pc:sldMk cId="4146670325" sldId="358"/>
            <ac:cxnSpMk id="1028" creationId="{19EE8B59-E3E4-9488-1665-AC78109AEC09}"/>
          </ac:cxnSpMkLst>
        </pc:cxnChg>
        <pc:cxnChg chg="del mod">
          <ac:chgData name="Phan Thanh Duy" userId="7fe205da-551d-4fae-b045-58d66fb40073" providerId="ADAL" clId="{A441D81C-AEF8-464D-902E-B6449B34371D}" dt="2026-10-06T11:52:59.435" v="3316" actId="478"/>
          <ac:cxnSpMkLst>
            <pc:docMk/>
            <pc:sldMk cId="4146670325" sldId="358"/>
            <ac:cxnSpMk id="1030" creationId="{5FAD58FB-B45B-F7AC-1252-9D8345F763E1}"/>
          </ac:cxnSpMkLst>
        </pc:cxnChg>
        <pc:cxnChg chg="del mod">
          <ac:chgData name="Phan Thanh Duy" userId="7fe205da-551d-4fae-b045-58d66fb40073" providerId="ADAL" clId="{A441D81C-AEF8-464D-902E-B6449B34371D}" dt="2026-10-06T11:54:05.739" v="3326" actId="478"/>
          <ac:cxnSpMkLst>
            <pc:docMk/>
            <pc:sldMk cId="4146670325" sldId="358"/>
            <ac:cxnSpMk id="1364" creationId="{629B88C3-DDCC-7185-A9F8-28422D244173}"/>
          </ac:cxnSpMkLst>
        </pc:cxnChg>
        <pc:cxnChg chg="del mod">
          <ac:chgData name="Phan Thanh Duy" userId="7fe205da-551d-4fae-b045-58d66fb40073" providerId="ADAL" clId="{A441D81C-AEF8-464D-902E-B6449B34371D}" dt="2026-10-06T11:54:05.739" v="3326" actId="478"/>
          <ac:cxnSpMkLst>
            <pc:docMk/>
            <pc:sldMk cId="4146670325" sldId="358"/>
            <ac:cxnSpMk id="1366" creationId="{2718EC2B-DF10-7C23-CF05-A3597D6C59A3}"/>
          </ac:cxnSpMkLst>
        </pc:cxnChg>
        <pc:cxnChg chg="del mod">
          <ac:chgData name="Phan Thanh Duy" userId="7fe205da-551d-4fae-b045-58d66fb40073" providerId="ADAL" clId="{A441D81C-AEF8-464D-902E-B6449B34371D}" dt="2026-10-06T11:54:05.739" v="3326" actId="478"/>
          <ac:cxnSpMkLst>
            <pc:docMk/>
            <pc:sldMk cId="4146670325" sldId="358"/>
            <ac:cxnSpMk id="1367" creationId="{1C2F84E7-0F80-9791-647A-B510730684AE}"/>
          </ac:cxnSpMkLst>
        </pc:cxnChg>
        <pc:cxnChg chg="del mod">
          <ac:chgData name="Phan Thanh Duy" userId="7fe205da-551d-4fae-b045-58d66fb40073" providerId="ADAL" clId="{A441D81C-AEF8-464D-902E-B6449B34371D}" dt="2026-10-06T11:53:24.252" v="3323" actId="478"/>
          <ac:cxnSpMkLst>
            <pc:docMk/>
            <pc:sldMk cId="4146670325" sldId="358"/>
            <ac:cxnSpMk id="1369" creationId="{8FDF9C41-3AFB-ECF0-6C5B-2CA2CB587D5B}"/>
          </ac:cxnSpMkLst>
        </pc:cxnChg>
        <pc:cxnChg chg="del mod">
          <ac:chgData name="Phan Thanh Duy" userId="7fe205da-551d-4fae-b045-58d66fb40073" providerId="ADAL" clId="{A441D81C-AEF8-464D-902E-B6449B34371D}" dt="2026-10-06T11:52:59.435" v="3316" actId="478"/>
          <ac:cxnSpMkLst>
            <pc:docMk/>
            <pc:sldMk cId="4146670325" sldId="358"/>
            <ac:cxnSpMk id="1372" creationId="{7A1F8DD3-E0A8-ADDD-F0B9-33F340CAF3FA}"/>
          </ac:cxnSpMkLst>
        </pc:cxnChg>
        <pc:cxnChg chg="del mod">
          <ac:chgData name="Phan Thanh Duy" userId="7fe205da-551d-4fae-b045-58d66fb40073" providerId="ADAL" clId="{A441D81C-AEF8-464D-902E-B6449B34371D}" dt="2026-10-06T11:52:59.435" v="3316" actId="478"/>
          <ac:cxnSpMkLst>
            <pc:docMk/>
            <pc:sldMk cId="4146670325" sldId="358"/>
            <ac:cxnSpMk id="1373" creationId="{03E0A3F8-74D2-AB81-D1B5-BDCDF1EFB761}"/>
          </ac:cxnSpMkLst>
        </pc:cxnChg>
        <pc:cxnChg chg="del mod">
          <ac:chgData name="Phan Thanh Duy" userId="7fe205da-551d-4fae-b045-58d66fb40073" providerId="ADAL" clId="{A441D81C-AEF8-464D-902E-B6449B34371D}" dt="2026-10-06T11:52:59.435" v="3316" actId="478"/>
          <ac:cxnSpMkLst>
            <pc:docMk/>
            <pc:sldMk cId="4146670325" sldId="358"/>
            <ac:cxnSpMk id="1375" creationId="{F9B56389-CFCD-DF20-FEEE-0296142E8458}"/>
          </ac:cxnSpMkLst>
        </pc:cxnChg>
      </pc:sldChg>
      <pc:sldChg chg="addSp delSp modSp add mod ord">
        <pc:chgData name="Phan Thanh Duy" userId="7fe205da-551d-4fae-b045-58d66fb40073" providerId="ADAL" clId="{A441D81C-AEF8-464D-902E-B6449B34371D}" dt="2026-10-06T15:21:27.591" v="3942" actId="962"/>
        <pc:sldMkLst>
          <pc:docMk/>
          <pc:sldMk cId="1824813048" sldId="359"/>
        </pc:sldMkLst>
        <pc:spChg chg="add del mod">
          <ac:chgData name="Phan Thanh Duy" userId="7fe205da-551d-4fae-b045-58d66fb40073" providerId="ADAL" clId="{A441D81C-AEF8-464D-902E-B6449B34371D}" dt="2026-10-06T15:19:31.160" v="3917" actId="478"/>
          <ac:spMkLst>
            <pc:docMk/>
            <pc:sldMk cId="1824813048" sldId="359"/>
            <ac:spMk id="3" creationId="{71ED6D40-453D-2C72-CE51-F467525593F5}"/>
          </ac:spMkLst>
        </pc:spChg>
        <pc:spChg chg="add mod">
          <ac:chgData name="Phan Thanh Duy" userId="7fe205da-551d-4fae-b045-58d66fb40073" providerId="ADAL" clId="{A441D81C-AEF8-464D-902E-B6449B34371D}" dt="2026-10-06T15:19:31.523" v="3918"/>
          <ac:spMkLst>
            <pc:docMk/>
            <pc:sldMk cId="1824813048" sldId="359"/>
            <ac:spMk id="8" creationId="{BE3EFB6D-C3AF-BEF9-2EE8-AC382EA655CC}"/>
          </ac:spMkLst>
        </pc:spChg>
        <pc:spChg chg="mod">
          <ac:chgData name="Phan Thanh Duy" userId="7fe205da-551d-4fae-b045-58d66fb40073" providerId="ADAL" clId="{A441D81C-AEF8-464D-902E-B6449B34371D}" dt="2026-10-06T12:00:21.848" v="3353" actId="1076"/>
          <ac:spMkLst>
            <pc:docMk/>
            <pc:sldMk cId="1824813048" sldId="359"/>
            <ac:spMk id="16" creationId="{B44D3846-735A-ED6A-A021-AE226EADA42A}"/>
          </ac:spMkLst>
        </pc:spChg>
        <pc:spChg chg="mod">
          <ac:chgData name="Phan Thanh Duy" userId="7fe205da-551d-4fae-b045-58d66fb40073" providerId="ADAL" clId="{A441D81C-AEF8-464D-902E-B6449B34371D}" dt="2026-10-06T14:31:56.038" v="3416" actId="962"/>
          <ac:spMkLst>
            <pc:docMk/>
            <pc:sldMk cId="1824813048" sldId="359"/>
            <ac:spMk id="23" creationId="{62A834E6-FE6B-AE64-CF09-4F4793DAD738}"/>
          </ac:spMkLst>
        </pc:spChg>
        <pc:spChg chg="mod">
          <ac:chgData name="Phan Thanh Duy" userId="7fe205da-551d-4fae-b045-58d66fb40073" providerId="ADAL" clId="{A441D81C-AEF8-464D-902E-B6449B34371D}" dt="2026-10-06T15:21:27.591" v="3942" actId="962"/>
          <ac:spMkLst>
            <pc:docMk/>
            <pc:sldMk cId="1824813048" sldId="359"/>
            <ac:spMk id="26" creationId="{2E3324CE-9B7F-FC86-D19C-F5DBC3D8EA36}"/>
          </ac:spMkLst>
        </pc:spChg>
        <pc:spChg chg="del">
          <ac:chgData name="Phan Thanh Duy" userId="7fe205da-551d-4fae-b045-58d66fb40073" providerId="ADAL" clId="{A441D81C-AEF8-464D-902E-B6449B34371D}" dt="2026-10-06T15:19:28.684" v="3916" actId="478"/>
          <ac:spMkLst>
            <pc:docMk/>
            <pc:sldMk cId="1824813048" sldId="359"/>
            <ac:spMk id="1039" creationId="{A91BBFA9-763A-DD14-554F-F9D6E8558C2F}"/>
          </ac:spMkLst>
        </pc:spChg>
        <pc:picChg chg="del">
          <ac:chgData name="Phan Thanh Duy" userId="7fe205da-551d-4fae-b045-58d66fb40073" providerId="ADAL" clId="{A441D81C-AEF8-464D-902E-B6449B34371D}" dt="2026-10-06T11:59:58.425" v="3344" actId="478"/>
          <ac:picMkLst>
            <pc:docMk/>
            <pc:sldMk cId="1824813048" sldId="359"/>
            <ac:picMk id="3" creationId="{F1EB49F7-A076-2825-F7C8-7F403D3A9739}"/>
          </ac:picMkLst>
        </pc:picChg>
        <pc:picChg chg="add mod">
          <ac:chgData name="Phan Thanh Duy" userId="7fe205da-551d-4fae-b045-58d66fb40073" providerId="ADAL" clId="{A441D81C-AEF8-464D-902E-B6449B34371D}" dt="2026-10-06T12:00:26.312" v="3354" actId="14100"/>
          <ac:picMkLst>
            <pc:docMk/>
            <pc:sldMk cId="1824813048" sldId="359"/>
            <ac:picMk id="5" creationId="{9A2A117E-55A2-3B57-1482-47986FB3C6BE}"/>
          </ac:picMkLst>
        </pc:picChg>
      </pc:sldChg>
      <pc:sldChg chg="addSp delSp modSp add mod ord modTransition addAnim delAnim modAnim">
        <pc:chgData name="Phan Thanh Duy" userId="7fe205da-551d-4fae-b045-58d66fb40073" providerId="ADAL" clId="{A441D81C-AEF8-464D-902E-B6449B34371D}" dt="2026-10-06T15:31:21.869" v="3993"/>
        <pc:sldMkLst>
          <pc:docMk/>
          <pc:sldMk cId="2278918222" sldId="360"/>
        </pc:sldMkLst>
        <pc:spChg chg="add del mod">
          <ac:chgData name="Phan Thanh Duy" userId="7fe205da-551d-4fae-b045-58d66fb40073" providerId="ADAL" clId="{A441D81C-AEF8-464D-902E-B6449B34371D}" dt="2026-10-06T15:08:40.518" v="3854" actId="478"/>
          <ac:spMkLst>
            <pc:docMk/>
            <pc:sldMk cId="2278918222" sldId="360"/>
            <ac:spMk id="3" creationId="{0E85A34A-DE91-1C74-D2AC-61234D9125EF}"/>
          </ac:spMkLst>
        </pc:spChg>
        <pc:spChg chg="add">
          <ac:chgData name="Phan Thanh Duy" userId="7fe205da-551d-4fae-b045-58d66fb40073" providerId="ADAL" clId="{A441D81C-AEF8-464D-902E-B6449B34371D}" dt="2026-10-06T15:09:17.140" v="3861" actId="22"/>
          <ac:spMkLst>
            <pc:docMk/>
            <pc:sldMk cId="2278918222" sldId="360"/>
            <ac:spMk id="6" creationId="{5E611A32-1A01-26B8-DCAD-C7571F6D584B}"/>
          </ac:spMkLst>
        </pc:spChg>
        <pc:spChg chg="add">
          <ac:chgData name="Phan Thanh Duy" userId="7fe205da-551d-4fae-b045-58d66fb40073" providerId="ADAL" clId="{A441D81C-AEF8-464D-902E-B6449B34371D}" dt="2026-10-06T15:09:17.140" v="3861" actId="22"/>
          <ac:spMkLst>
            <pc:docMk/>
            <pc:sldMk cId="2278918222" sldId="360"/>
            <ac:spMk id="10" creationId="{28A0052D-42ED-2272-CD31-537DE3AC0225}"/>
          </ac:spMkLst>
        </pc:spChg>
        <pc:spChg chg="add del mod">
          <ac:chgData name="Phan Thanh Duy" userId="7fe205da-551d-4fae-b045-58d66fb40073" providerId="ADAL" clId="{A441D81C-AEF8-464D-902E-B6449B34371D}" dt="2026-10-06T15:19:46.669" v="3923" actId="478"/>
          <ac:spMkLst>
            <pc:docMk/>
            <pc:sldMk cId="2278918222" sldId="360"/>
            <ac:spMk id="13" creationId="{6BB83457-0023-4C10-1321-E90BD25D1295}"/>
          </ac:spMkLst>
        </pc:spChg>
        <pc:spChg chg="add mod">
          <ac:chgData name="Phan Thanh Duy" userId="7fe205da-551d-4fae-b045-58d66fb40073" providerId="ADAL" clId="{A441D81C-AEF8-464D-902E-B6449B34371D}" dt="2026-10-06T15:19:47.038" v="3924"/>
          <ac:spMkLst>
            <pc:docMk/>
            <pc:sldMk cId="2278918222" sldId="360"/>
            <ac:spMk id="14" creationId="{9DA5D140-BADF-C35D-17C3-C242B4D48043}"/>
          </ac:spMkLst>
        </pc:spChg>
        <pc:spChg chg="mod">
          <ac:chgData name="Phan Thanh Duy" userId="7fe205da-551d-4fae-b045-58d66fb40073" providerId="ADAL" clId="{A441D81C-AEF8-464D-902E-B6449B34371D}" dt="2026-10-06T15:27:33.308" v="3967" actId="1076"/>
          <ac:spMkLst>
            <pc:docMk/>
            <pc:sldMk cId="2278918222" sldId="360"/>
            <ac:spMk id="16" creationId="{7AC6C268-7293-B801-F275-8C3E93BAAFED}"/>
          </ac:spMkLst>
        </pc:spChg>
        <pc:spChg chg="del mod">
          <ac:chgData name="Phan Thanh Duy" userId="7fe205da-551d-4fae-b045-58d66fb40073" providerId="ADAL" clId="{A441D81C-AEF8-464D-902E-B6449B34371D}" dt="2026-10-06T15:08:40.518" v="3854" actId="478"/>
          <ac:spMkLst>
            <pc:docMk/>
            <pc:sldMk cId="2278918222" sldId="360"/>
            <ac:spMk id="1031" creationId="{431DD384-19D4-A6AD-B84F-439A96335151}"/>
          </ac:spMkLst>
        </pc:spChg>
        <pc:spChg chg="del">
          <ac:chgData name="Phan Thanh Duy" userId="7fe205da-551d-4fae-b045-58d66fb40073" providerId="ADAL" clId="{A441D81C-AEF8-464D-902E-B6449B34371D}" dt="2026-10-06T15:19:42.837" v="3922" actId="478"/>
          <ac:spMkLst>
            <pc:docMk/>
            <pc:sldMk cId="2278918222" sldId="360"/>
            <ac:spMk id="1039" creationId="{B4EB8EA6-69A3-2075-7694-93EB553996D3}"/>
          </ac:spMkLst>
        </pc:spChg>
        <pc:cxnChg chg="mod">
          <ac:chgData name="Phan Thanh Duy" userId="7fe205da-551d-4fae-b045-58d66fb40073" providerId="ADAL" clId="{A441D81C-AEF8-464D-902E-B6449B34371D}" dt="2026-10-06T15:27:33.308" v="3967" actId="1076"/>
          <ac:cxnSpMkLst>
            <pc:docMk/>
            <pc:sldMk cId="2278918222" sldId="360"/>
            <ac:cxnSpMk id="7" creationId="{853A2034-6994-2E01-F03D-241882F581FF}"/>
          </ac:cxnSpMkLst>
        </pc:cxnChg>
      </pc:sldChg>
      <pc:sldChg chg="addSp delSp modSp add mod modTransition">
        <pc:chgData name="Phan Thanh Duy" userId="7fe205da-551d-4fae-b045-58d66fb40073" providerId="ADAL" clId="{A441D81C-AEF8-464D-902E-B6449B34371D}" dt="2026-10-07T02:30:55.519" v="4282" actId="20577"/>
        <pc:sldMkLst>
          <pc:docMk/>
          <pc:sldMk cId="1639313143" sldId="361"/>
        </pc:sldMkLst>
        <pc:spChg chg="add del mod">
          <ac:chgData name="Phan Thanh Duy" userId="7fe205da-551d-4fae-b045-58d66fb40073" providerId="ADAL" clId="{A441D81C-AEF8-464D-902E-B6449B34371D}" dt="2026-10-06T15:19:54.151" v="3926" actId="478"/>
          <ac:spMkLst>
            <pc:docMk/>
            <pc:sldMk cId="1639313143" sldId="361"/>
            <ac:spMk id="3" creationId="{3ACCC148-80F4-6E38-0D04-27D122456E71}"/>
          </ac:spMkLst>
        </pc:spChg>
        <pc:spChg chg="add mod">
          <ac:chgData name="Phan Thanh Duy" userId="7fe205da-551d-4fae-b045-58d66fb40073" providerId="ADAL" clId="{A441D81C-AEF8-464D-902E-B6449B34371D}" dt="2026-10-06T15:19:54.555" v="3927"/>
          <ac:spMkLst>
            <pc:docMk/>
            <pc:sldMk cId="1639313143" sldId="361"/>
            <ac:spMk id="5" creationId="{4B1DF166-3421-EDF6-0DCC-E4A86A664534}"/>
          </ac:spMkLst>
        </pc:spChg>
        <pc:spChg chg="add">
          <ac:chgData name="Phan Thanh Duy" userId="7fe205da-551d-4fae-b045-58d66fb40073" providerId="ADAL" clId="{A441D81C-AEF8-464D-902E-B6449B34371D}" dt="2026-10-06T15:31:03.599" v="3991" actId="22"/>
          <ac:spMkLst>
            <pc:docMk/>
            <pc:sldMk cId="1639313143" sldId="361"/>
            <ac:spMk id="8" creationId="{F8C01115-17BC-B4D1-45E6-356F13035F56}"/>
          </ac:spMkLst>
        </pc:spChg>
        <pc:spChg chg="mod">
          <ac:chgData name="Phan Thanh Duy" userId="7fe205da-551d-4fae-b045-58d66fb40073" providerId="ADAL" clId="{A441D81C-AEF8-464D-902E-B6449B34371D}" dt="2026-10-07T02:30:55.519" v="4282" actId="20577"/>
          <ac:spMkLst>
            <pc:docMk/>
            <pc:sldMk cId="1639313143" sldId="361"/>
            <ac:spMk id="1031" creationId="{0B51ACBA-368A-4109-72F6-1E96AE3C3BD6}"/>
          </ac:spMkLst>
        </pc:spChg>
        <pc:spChg chg="mod">
          <ac:chgData name="Phan Thanh Duy" userId="7fe205da-551d-4fae-b045-58d66fb40073" providerId="ADAL" clId="{A441D81C-AEF8-464D-902E-B6449B34371D}" dt="2026-10-06T15:31:12.877" v="3992" actId="1076"/>
          <ac:spMkLst>
            <pc:docMk/>
            <pc:sldMk cId="1639313143" sldId="361"/>
            <ac:spMk id="1033" creationId="{D227C8CF-060C-53C9-86B1-CA3805A8F2C9}"/>
          </ac:spMkLst>
        </pc:spChg>
        <pc:spChg chg="del">
          <ac:chgData name="Phan Thanh Duy" userId="7fe205da-551d-4fae-b045-58d66fb40073" providerId="ADAL" clId="{A441D81C-AEF8-464D-902E-B6449B34371D}" dt="2026-10-06T15:19:51.660" v="3925" actId="478"/>
          <ac:spMkLst>
            <pc:docMk/>
            <pc:sldMk cId="1639313143" sldId="361"/>
            <ac:spMk id="1039" creationId="{52BD1CCB-093F-82E6-81AE-7FFAF7BFB94B}"/>
          </ac:spMkLst>
        </pc:spChg>
      </pc:sldChg>
      <pc:sldChg chg="add del">
        <pc:chgData name="Phan Thanh Duy" userId="7fe205da-551d-4fae-b045-58d66fb40073" providerId="ADAL" clId="{A441D81C-AEF8-464D-902E-B6449B34371D}" dt="2026-10-06T15:09:10.164" v="3860" actId="2890"/>
        <pc:sldMkLst>
          <pc:docMk/>
          <pc:sldMk cId="272459852" sldId="362"/>
        </pc:sldMkLst>
      </pc:sldChg>
      <pc:sldChg chg="addSp delSp modSp add del mod modAnim">
        <pc:chgData name="Phan Thanh Duy" userId="7fe205da-551d-4fae-b045-58d66fb40073" providerId="ADAL" clId="{A441D81C-AEF8-464D-902E-B6449B34371D}" dt="2026-10-06T15:30:55.728" v="3989" actId="47"/>
        <pc:sldMkLst>
          <pc:docMk/>
          <pc:sldMk cId="3737993295" sldId="362"/>
        </pc:sldMkLst>
        <pc:spChg chg="add mod">
          <ac:chgData name="Phan Thanh Duy" userId="7fe205da-551d-4fae-b045-58d66fb40073" providerId="ADAL" clId="{A441D81C-AEF8-464D-902E-B6449B34371D}" dt="2026-10-06T15:10:01.700" v="3868" actId="1076"/>
          <ac:spMkLst>
            <pc:docMk/>
            <pc:sldMk cId="3737993295" sldId="362"/>
            <ac:spMk id="6" creationId="{3344D397-EE6D-399D-8599-3AB62E4D4B6C}"/>
          </ac:spMkLst>
        </pc:spChg>
        <pc:spChg chg="add mod">
          <ac:chgData name="Phan Thanh Duy" userId="7fe205da-551d-4fae-b045-58d66fb40073" providerId="ADAL" clId="{A441D81C-AEF8-464D-902E-B6449B34371D}" dt="2026-10-06T15:10:01.700" v="3868" actId="1076"/>
          <ac:spMkLst>
            <pc:docMk/>
            <pc:sldMk cId="3737993295" sldId="362"/>
            <ac:spMk id="8" creationId="{C233C8E4-F1D4-2F1D-9AA0-F8B9D3A09E1F}"/>
          </ac:spMkLst>
        </pc:spChg>
        <pc:spChg chg="add del mod">
          <ac:chgData name="Phan Thanh Duy" userId="7fe205da-551d-4fae-b045-58d66fb40073" providerId="ADAL" clId="{A441D81C-AEF8-464D-902E-B6449B34371D}" dt="2026-10-06T15:20:09.195" v="3934" actId="478"/>
          <ac:spMkLst>
            <pc:docMk/>
            <pc:sldMk cId="3737993295" sldId="362"/>
            <ac:spMk id="10" creationId="{1EE365AB-41B0-BD5E-39A1-101CAE85E73E}"/>
          </ac:spMkLst>
        </pc:spChg>
        <pc:spChg chg="add mod">
          <ac:chgData name="Phan Thanh Duy" userId="7fe205da-551d-4fae-b045-58d66fb40073" providerId="ADAL" clId="{A441D81C-AEF8-464D-902E-B6449B34371D}" dt="2026-10-06T15:20:09.513" v="3935"/>
          <ac:spMkLst>
            <pc:docMk/>
            <pc:sldMk cId="3737993295" sldId="362"/>
            <ac:spMk id="11" creationId="{B8ED9178-FCF4-B39A-7D5F-5D2A63345117}"/>
          </ac:spMkLst>
        </pc:spChg>
        <pc:spChg chg="mod">
          <ac:chgData name="Phan Thanh Duy" userId="7fe205da-551d-4fae-b045-58d66fb40073" providerId="ADAL" clId="{A441D81C-AEF8-464D-902E-B6449B34371D}" dt="2026-10-06T15:14:34.732" v="3881"/>
          <ac:spMkLst>
            <pc:docMk/>
            <pc:sldMk cId="3737993295" sldId="362"/>
            <ac:spMk id="19" creationId="{6DB88623-81EA-88E8-D6C2-5806FE768C76}"/>
          </ac:spMkLst>
        </pc:spChg>
        <pc:spChg chg="mod">
          <ac:chgData name="Phan Thanh Duy" userId="7fe205da-551d-4fae-b045-58d66fb40073" providerId="ADAL" clId="{A441D81C-AEF8-464D-902E-B6449B34371D}" dt="2026-10-06T15:20:11.500" v="3936" actId="20577"/>
          <ac:spMkLst>
            <pc:docMk/>
            <pc:sldMk cId="3737993295" sldId="362"/>
            <ac:spMk id="23" creationId="{468D1F7A-0421-65BD-1B31-E964A2DA512C}"/>
          </ac:spMkLst>
        </pc:spChg>
        <pc:spChg chg="del mod">
          <ac:chgData name="Phan Thanh Duy" userId="7fe205da-551d-4fae-b045-58d66fb40073" providerId="ADAL" clId="{A441D81C-AEF8-464D-902E-B6449B34371D}" dt="2026-10-06T15:09:31.259" v="3865" actId="478"/>
          <ac:spMkLst>
            <pc:docMk/>
            <pc:sldMk cId="3737993295" sldId="362"/>
            <ac:spMk id="1024" creationId="{AD8E3900-09A5-0025-C989-1B030F9C8DAE}"/>
          </ac:spMkLst>
        </pc:spChg>
        <pc:spChg chg="del">
          <ac:chgData name="Phan Thanh Duy" userId="7fe205da-551d-4fae-b045-58d66fb40073" providerId="ADAL" clId="{A441D81C-AEF8-464D-902E-B6449B34371D}" dt="2026-10-06T15:09:29.011" v="3864" actId="21"/>
          <ac:spMkLst>
            <pc:docMk/>
            <pc:sldMk cId="3737993295" sldId="362"/>
            <ac:spMk id="1027" creationId="{304563E1-918A-BFCD-7570-0D841831DA52}"/>
          </ac:spMkLst>
        </pc:spChg>
        <pc:spChg chg="del">
          <ac:chgData name="Phan Thanh Duy" userId="7fe205da-551d-4fae-b045-58d66fb40073" providerId="ADAL" clId="{A441D81C-AEF8-464D-902E-B6449B34371D}" dt="2026-10-06T15:20:06.908" v="3933" actId="478"/>
          <ac:spMkLst>
            <pc:docMk/>
            <pc:sldMk cId="3737993295" sldId="362"/>
            <ac:spMk id="1039" creationId="{216D9EFE-5D89-7E40-27CC-F3E67A2D91D3}"/>
          </ac:spMkLst>
        </pc:spChg>
      </pc:sldChg>
      <pc:sldChg chg="addSp delSp modSp add del mod ord modAnim">
        <pc:chgData name="Phan Thanh Duy" userId="7fe205da-551d-4fae-b045-58d66fb40073" providerId="ADAL" clId="{A441D81C-AEF8-464D-902E-B6449B34371D}" dt="2026-10-06T15:30:57.019" v="3990" actId="47"/>
        <pc:sldMkLst>
          <pc:docMk/>
          <pc:sldMk cId="3515439901" sldId="363"/>
        </pc:sldMkLst>
        <pc:spChg chg="add mod">
          <ac:chgData name="Phan Thanh Duy" userId="7fe205da-551d-4fae-b045-58d66fb40073" providerId="ADAL" clId="{A441D81C-AEF8-464D-902E-B6449B34371D}" dt="2026-10-06T15:10:29.875" v="3875" actId="1076"/>
          <ac:spMkLst>
            <pc:docMk/>
            <pc:sldMk cId="3515439901" sldId="363"/>
            <ac:spMk id="6" creationId="{9E8548E1-23D6-19B9-DCB1-3E2692E69BB2}"/>
          </ac:spMkLst>
        </pc:spChg>
        <pc:spChg chg="add mod">
          <ac:chgData name="Phan Thanh Duy" userId="7fe205da-551d-4fae-b045-58d66fb40073" providerId="ADAL" clId="{A441D81C-AEF8-464D-902E-B6449B34371D}" dt="2026-10-06T15:10:29.875" v="3875" actId="1076"/>
          <ac:spMkLst>
            <pc:docMk/>
            <pc:sldMk cId="3515439901" sldId="363"/>
            <ac:spMk id="8" creationId="{D31C841C-5329-9867-C5BC-1744E6E25093}"/>
          </ac:spMkLst>
        </pc:spChg>
        <pc:spChg chg="add del mod">
          <ac:chgData name="Phan Thanh Duy" userId="7fe205da-551d-4fae-b045-58d66fb40073" providerId="ADAL" clId="{A441D81C-AEF8-464D-902E-B6449B34371D}" dt="2026-10-06T15:20:26" v="3938" actId="478"/>
          <ac:spMkLst>
            <pc:docMk/>
            <pc:sldMk cId="3515439901" sldId="363"/>
            <ac:spMk id="10" creationId="{58BEBC31-DEA9-507F-1E1E-2F9598C13F15}"/>
          </ac:spMkLst>
        </pc:spChg>
        <pc:spChg chg="add mod">
          <ac:chgData name="Phan Thanh Duy" userId="7fe205da-551d-4fae-b045-58d66fb40073" providerId="ADAL" clId="{A441D81C-AEF8-464D-902E-B6449B34371D}" dt="2026-10-06T15:20:26.380" v="3939"/>
          <ac:spMkLst>
            <pc:docMk/>
            <pc:sldMk cId="3515439901" sldId="363"/>
            <ac:spMk id="11" creationId="{F2E1858B-8647-A8D8-7B0A-BB6793BFED15}"/>
          </ac:spMkLst>
        </pc:spChg>
        <pc:spChg chg="mod">
          <ac:chgData name="Phan Thanh Duy" userId="7fe205da-551d-4fae-b045-58d66fb40073" providerId="ADAL" clId="{A441D81C-AEF8-464D-902E-B6449B34371D}" dt="2026-10-06T15:14:50.483" v="3885"/>
          <ac:spMkLst>
            <pc:docMk/>
            <pc:sldMk cId="3515439901" sldId="363"/>
            <ac:spMk id="19" creationId="{795A4C09-2E2A-8F73-DC6A-D7DD25ADD488}"/>
          </ac:spMkLst>
        </pc:spChg>
        <pc:spChg chg="mod">
          <ac:chgData name="Phan Thanh Duy" userId="7fe205da-551d-4fae-b045-58d66fb40073" providerId="ADAL" clId="{A441D81C-AEF8-464D-902E-B6449B34371D}" dt="2026-10-06T15:20:28.201" v="3940" actId="20577"/>
          <ac:spMkLst>
            <pc:docMk/>
            <pc:sldMk cId="3515439901" sldId="363"/>
            <ac:spMk id="23" creationId="{44A05175-020F-1F6B-4908-A927D690611F}"/>
          </ac:spMkLst>
        </pc:spChg>
        <pc:spChg chg="del">
          <ac:chgData name="Phan Thanh Duy" userId="7fe205da-551d-4fae-b045-58d66fb40073" providerId="ADAL" clId="{A441D81C-AEF8-464D-902E-B6449B34371D}" dt="2026-10-06T15:10:26.437" v="3873" actId="478"/>
          <ac:spMkLst>
            <pc:docMk/>
            <pc:sldMk cId="3515439901" sldId="363"/>
            <ac:spMk id="1024" creationId="{0D4783AE-B52C-8D2F-BE32-0C5BE931F327}"/>
          </ac:spMkLst>
        </pc:spChg>
        <pc:spChg chg="del">
          <ac:chgData name="Phan Thanh Duy" userId="7fe205da-551d-4fae-b045-58d66fb40073" providerId="ADAL" clId="{A441D81C-AEF8-464D-902E-B6449B34371D}" dt="2026-10-06T15:10:26.437" v="3873" actId="478"/>
          <ac:spMkLst>
            <pc:docMk/>
            <pc:sldMk cId="3515439901" sldId="363"/>
            <ac:spMk id="1027" creationId="{81FE37F8-F47A-BFE6-14A8-CE4DF93DACF5}"/>
          </ac:spMkLst>
        </pc:spChg>
        <pc:spChg chg="del">
          <ac:chgData name="Phan Thanh Duy" userId="7fe205da-551d-4fae-b045-58d66fb40073" providerId="ADAL" clId="{A441D81C-AEF8-464D-902E-B6449B34371D}" dt="2026-10-06T15:20:24.046" v="3937" actId="478"/>
          <ac:spMkLst>
            <pc:docMk/>
            <pc:sldMk cId="3515439901" sldId="363"/>
            <ac:spMk id="1039" creationId="{79A8C3BD-00E5-215D-6E3F-939F4777F84B}"/>
          </ac:spMkLst>
        </pc:spChg>
      </pc:sldChg>
      <pc:sldChg chg="addSp delSp modSp add mod ord delAnim modAnim">
        <pc:chgData name="Phan Thanh Duy" userId="7fe205da-551d-4fae-b045-58d66fb40073" providerId="ADAL" clId="{A441D81C-AEF8-464D-902E-B6449B34371D}" dt="2026-10-06T15:30:41.261" v="3987"/>
        <pc:sldMkLst>
          <pc:docMk/>
          <pc:sldMk cId="1213477433" sldId="364"/>
        </pc:sldMkLst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2" creationId="{2563A35C-EE28-5FC9-B122-B9B89687A275}"/>
          </ac:spMkLst>
        </pc:spChg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3" creationId="{918FC702-18E6-DB68-63CB-C519E28D7982}"/>
          </ac:spMkLst>
        </pc:spChg>
        <pc:spChg chg="add mod">
          <ac:chgData name="Phan Thanh Duy" userId="7fe205da-551d-4fae-b045-58d66fb40073" providerId="ADAL" clId="{A441D81C-AEF8-464D-902E-B6449B34371D}" dt="2026-10-06T15:30:41.261" v="3987"/>
          <ac:spMkLst>
            <pc:docMk/>
            <pc:sldMk cId="1213477433" sldId="364"/>
            <ac:spMk id="4" creationId="{B372A178-8CF9-F126-1077-F5FF1C7B1996}"/>
          </ac:spMkLst>
        </pc:spChg>
        <pc:spChg chg="add mod">
          <ac:chgData name="Phan Thanh Duy" userId="7fe205da-551d-4fae-b045-58d66fb40073" providerId="ADAL" clId="{A441D81C-AEF8-464D-902E-B6449B34371D}" dt="2026-10-06T15:30:41.261" v="3987"/>
          <ac:spMkLst>
            <pc:docMk/>
            <pc:sldMk cId="1213477433" sldId="364"/>
            <ac:spMk id="6" creationId="{E38B54D7-A36B-EAA8-5B89-1D9D5047920F}"/>
          </ac:spMkLst>
        </pc:spChg>
        <pc:spChg chg="add mod">
          <ac:chgData name="Phan Thanh Duy" userId="7fe205da-551d-4fae-b045-58d66fb40073" providerId="ADAL" clId="{A441D81C-AEF8-464D-902E-B6449B34371D}" dt="2026-10-06T15:30:41.261" v="3987"/>
          <ac:spMkLst>
            <pc:docMk/>
            <pc:sldMk cId="1213477433" sldId="364"/>
            <ac:spMk id="8" creationId="{4345714C-763F-7A9F-E88D-C2B44485047D}"/>
          </ac:spMkLst>
        </pc:spChg>
        <pc:spChg chg="add mod">
          <ac:chgData name="Phan Thanh Duy" userId="7fe205da-551d-4fae-b045-58d66fb40073" providerId="ADAL" clId="{A441D81C-AEF8-464D-902E-B6449B34371D}" dt="2026-10-06T15:30:41.261" v="3987"/>
          <ac:spMkLst>
            <pc:docMk/>
            <pc:sldMk cId="1213477433" sldId="364"/>
            <ac:spMk id="11" creationId="{B3B26640-06B5-6998-4B61-D8A5959015E6}"/>
          </ac:spMkLst>
        </pc:spChg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12" creationId="{6934ADB2-FA65-888C-86D9-57ABEB44A107}"/>
          </ac:spMkLst>
        </pc:spChg>
        <pc:spChg chg="add mod">
          <ac:chgData name="Phan Thanh Duy" userId="7fe205da-551d-4fae-b045-58d66fb40073" providerId="ADAL" clId="{A441D81C-AEF8-464D-902E-B6449B34371D}" dt="2026-10-06T15:30:41.261" v="3987"/>
          <ac:spMkLst>
            <pc:docMk/>
            <pc:sldMk cId="1213477433" sldId="364"/>
            <ac:spMk id="13" creationId="{01358945-AABA-7D02-469F-F73CE09AF457}"/>
          </ac:spMkLst>
        </pc:spChg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15" creationId="{8B896AE2-4674-CB0C-5755-D43A0434562E}"/>
          </ac:spMkLst>
        </pc:spChg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21" creationId="{A5B8E901-8D8D-362B-F065-F05816089688}"/>
          </ac:spMkLst>
        </pc:spChg>
        <pc:spChg chg="del">
          <ac:chgData name="Phan Thanh Duy" userId="7fe205da-551d-4fae-b045-58d66fb40073" providerId="ADAL" clId="{A441D81C-AEF8-464D-902E-B6449B34371D}" dt="2026-10-06T15:30:34.306" v="3986" actId="478"/>
          <ac:spMkLst>
            <pc:docMk/>
            <pc:sldMk cId="1213477433" sldId="364"/>
            <ac:spMk id="22" creationId="{0AF720E2-F168-AD22-DC3F-0249A542012C}"/>
          </ac:spMkLst>
        </pc:spChg>
        <pc:cxnChg chg="del mod">
          <ac:chgData name="Phan Thanh Duy" userId="7fe205da-551d-4fae-b045-58d66fb40073" providerId="ADAL" clId="{A441D81C-AEF8-464D-902E-B6449B34371D}" dt="2026-10-06T15:30:34.306" v="3986" actId="478"/>
          <ac:cxnSpMkLst>
            <pc:docMk/>
            <pc:sldMk cId="1213477433" sldId="364"/>
            <ac:cxnSpMk id="5" creationId="{2C56002A-A3F1-12C0-B52D-D57D18704D12}"/>
          </ac:cxnSpMkLst>
        </pc:cxnChg>
        <pc:cxnChg chg="add mod">
          <ac:chgData name="Phan Thanh Duy" userId="7fe205da-551d-4fae-b045-58d66fb40073" providerId="ADAL" clId="{A441D81C-AEF8-464D-902E-B6449B34371D}" dt="2026-10-06T15:30:41.261" v="3987"/>
          <ac:cxnSpMkLst>
            <pc:docMk/>
            <pc:sldMk cId="1213477433" sldId="364"/>
            <ac:cxnSpMk id="7" creationId="{2D8D1EFC-66D8-CF85-DE23-A76383FE87A8}"/>
          </ac:cxnSpMkLst>
        </pc:cxnChg>
        <pc:cxnChg chg="add mod">
          <ac:chgData name="Phan Thanh Duy" userId="7fe205da-551d-4fae-b045-58d66fb40073" providerId="ADAL" clId="{A441D81C-AEF8-464D-902E-B6449B34371D}" dt="2026-10-06T15:30:41.261" v="3987"/>
          <ac:cxnSpMkLst>
            <pc:docMk/>
            <pc:sldMk cId="1213477433" sldId="364"/>
            <ac:cxnSpMk id="9" creationId="{B9D22799-B0C1-3753-B45C-212BA903A2B0}"/>
          </ac:cxnSpMkLst>
        </pc:cxnChg>
        <pc:cxnChg chg="add mod">
          <ac:chgData name="Phan Thanh Duy" userId="7fe205da-551d-4fae-b045-58d66fb40073" providerId="ADAL" clId="{A441D81C-AEF8-464D-902E-B6449B34371D}" dt="2026-10-06T15:30:41.261" v="3987"/>
          <ac:cxnSpMkLst>
            <pc:docMk/>
            <pc:sldMk cId="1213477433" sldId="364"/>
            <ac:cxnSpMk id="10" creationId="{4E131CB6-8815-7BE4-64EE-E99FC36925E5}"/>
          </ac:cxnSpMkLst>
        </pc:cxnChg>
        <pc:cxnChg chg="del mod">
          <ac:chgData name="Phan Thanh Duy" userId="7fe205da-551d-4fae-b045-58d66fb40073" providerId="ADAL" clId="{A441D81C-AEF8-464D-902E-B6449B34371D}" dt="2026-10-06T15:30:34.306" v="3986" actId="478"/>
          <ac:cxnSpMkLst>
            <pc:docMk/>
            <pc:sldMk cId="1213477433" sldId="364"/>
            <ac:cxnSpMk id="14" creationId="{4DB5F850-E944-1681-94CA-6C7EE2D820A1}"/>
          </ac:cxnSpMkLst>
        </pc:cxnChg>
        <pc:cxnChg chg="del mod">
          <ac:chgData name="Phan Thanh Duy" userId="7fe205da-551d-4fae-b045-58d66fb40073" providerId="ADAL" clId="{A441D81C-AEF8-464D-902E-B6449B34371D}" dt="2026-10-06T15:30:34.306" v="3986" actId="478"/>
          <ac:cxnSpMkLst>
            <pc:docMk/>
            <pc:sldMk cId="1213477433" sldId="364"/>
            <ac:cxnSpMk id="16" creationId="{4EE95690-C12C-7D03-DA46-D1E57595AF46}"/>
          </ac:cxnSpMkLst>
        </pc:cxnChg>
        <pc:cxnChg chg="add mod">
          <ac:chgData name="Phan Thanh Duy" userId="7fe205da-551d-4fae-b045-58d66fb40073" providerId="ADAL" clId="{A441D81C-AEF8-464D-902E-B6449B34371D}" dt="2026-10-06T15:30:41.261" v="3987"/>
          <ac:cxnSpMkLst>
            <pc:docMk/>
            <pc:sldMk cId="1213477433" sldId="364"/>
            <ac:cxnSpMk id="20" creationId="{07930F74-0B1F-6709-2CB9-BC77F3174884}"/>
          </ac:cxnSpMkLst>
        </pc:cxnChg>
        <pc:cxnChg chg="del mod">
          <ac:chgData name="Phan Thanh Duy" userId="7fe205da-551d-4fae-b045-58d66fb40073" providerId="ADAL" clId="{A441D81C-AEF8-464D-902E-B6449B34371D}" dt="2026-10-06T15:30:34.306" v="3986" actId="478"/>
          <ac:cxnSpMkLst>
            <pc:docMk/>
            <pc:sldMk cId="1213477433" sldId="364"/>
            <ac:cxnSpMk id="24" creationId="{4B7B19FA-EBB9-F507-B7D1-4FB6F232CE5C}"/>
          </ac:cxnSpMkLst>
        </pc:cxnChg>
        <pc:cxnChg chg="add mod">
          <ac:chgData name="Phan Thanh Duy" userId="7fe205da-551d-4fae-b045-58d66fb40073" providerId="ADAL" clId="{A441D81C-AEF8-464D-902E-B6449B34371D}" dt="2026-10-06T15:30:41.261" v="3987"/>
          <ac:cxnSpMkLst>
            <pc:docMk/>
            <pc:sldMk cId="1213477433" sldId="364"/>
            <ac:cxnSpMk id="25" creationId="{B1914FA5-861D-ED8A-3263-9F47FF16459E}"/>
          </ac:cxnSpMkLst>
        </pc:cxnChg>
      </pc:sldChg>
      <pc:sldChg chg="delSp add del mod ord">
        <pc:chgData name="Phan Thanh Duy" userId="7fe205da-551d-4fae-b045-58d66fb40073" providerId="ADAL" clId="{A441D81C-AEF8-464D-902E-B6449B34371D}" dt="2026-10-06T15:25:58.734" v="3947" actId="47"/>
        <pc:sldMkLst>
          <pc:docMk/>
          <pc:sldMk cId="3782391622" sldId="364"/>
        </pc:sldMkLst>
        <pc:spChg chg="del">
          <ac:chgData name="Phan Thanh Duy" userId="7fe205da-551d-4fae-b045-58d66fb40073" providerId="ADAL" clId="{A441D81C-AEF8-464D-902E-B6449B34371D}" dt="2026-10-06T15:24:46.780" v="3946" actId="478"/>
          <ac:spMkLst>
            <pc:docMk/>
            <pc:sldMk cId="3782391622" sldId="364"/>
            <ac:spMk id="6" creationId="{E72F7B4D-AB41-DD4C-C90A-3372E88FC64B}"/>
          </ac:spMkLst>
        </pc:spChg>
        <pc:spChg chg="del">
          <ac:chgData name="Phan Thanh Duy" userId="7fe205da-551d-4fae-b045-58d66fb40073" providerId="ADAL" clId="{A441D81C-AEF8-464D-902E-B6449B34371D}" dt="2026-10-06T15:24:46.780" v="3946" actId="478"/>
          <ac:spMkLst>
            <pc:docMk/>
            <pc:sldMk cId="3782391622" sldId="364"/>
            <ac:spMk id="10" creationId="{23BADC00-7708-686E-C287-C36331A72E79}"/>
          </ac:spMkLst>
        </pc:spChg>
      </pc:sldChg>
      <pc:sldChg chg="addSp delSp modSp add mod modTransition">
        <pc:chgData name="Phan Thanh Duy" userId="7fe205da-551d-4fae-b045-58d66fb40073" providerId="ADAL" clId="{A441D81C-AEF8-464D-902E-B6449B34371D}" dt="2026-10-06T16:21:06.229" v="4258"/>
        <pc:sldMkLst>
          <pc:docMk/>
          <pc:sldMk cId="3966052108" sldId="365"/>
        </pc:sldMkLst>
        <pc:spChg chg="add del mod">
          <ac:chgData name="Phan Thanh Duy" userId="7fe205da-551d-4fae-b045-58d66fb40073" providerId="ADAL" clId="{A441D81C-AEF8-464D-902E-B6449B34371D}" dt="2026-10-06T16:19:53.683" v="4249" actId="478"/>
          <ac:spMkLst>
            <pc:docMk/>
            <pc:sldMk cId="3966052108" sldId="365"/>
            <ac:spMk id="3" creationId="{7DFD8614-8D4E-C398-4DBD-3C3597B969A0}"/>
          </ac:spMkLst>
        </pc:spChg>
        <pc:spChg chg="add mod">
          <ac:chgData name="Phan Thanh Duy" userId="7fe205da-551d-4fae-b045-58d66fb40073" providerId="ADAL" clId="{A441D81C-AEF8-464D-902E-B6449B34371D}" dt="2026-10-06T16:19:53.970" v="4250"/>
          <ac:spMkLst>
            <pc:docMk/>
            <pc:sldMk cId="3966052108" sldId="365"/>
            <ac:spMk id="5" creationId="{0BC03AA3-3794-B6DB-D1BD-740C8FEB4B21}"/>
          </ac:spMkLst>
        </pc:spChg>
        <pc:spChg chg="mod">
          <ac:chgData name="Phan Thanh Duy" userId="7fe205da-551d-4fae-b045-58d66fb40073" providerId="ADAL" clId="{A441D81C-AEF8-464D-902E-B6449B34371D}" dt="2026-10-06T16:20:19.749" v="4252" actId="962"/>
          <ac:spMkLst>
            <pc:docMk/>
            <pc:sldMk cId="3966052108" sldId="365"/>
            <ac:spMk id="23" creationId="{0DC96369-C71C-D16F-0E0B-8C1C12AC3ED4}"/>
          </ac:spMkLst>
        </pc:spChg>
        <pc:spChg chg="del">
          <ac:chgData name="Phan Thanh Duy" userId="7fe205da-551d-4fae-b045-58d66fb40073" providerId="ADAL" clId="{A441D81C-AEF8-464D-902E-B6449B34371D}" dt="2026-10-06T16:19:51.895" v="4248" actId="478"/>
          <ac:spMkLst>
            <pc:docMk/>
            <pc:sldMk cId="3966052108" sldId="365"/>
            <ac:spMk id="1039" creationId="{1C8E165A-D209-61E9-4318-3C84CBE9171F}"/>
          </ac:spMkLst>
        </pc:spChg>
      </pc:sldChg>
      <pc:sldMasterChg chg="delSldLayout">
        <pc:chgData name="Phan Thanh Duy" userId="7fe205da-551d-4fae-b045-58d66fb40073" providerId="ADAL" clId="{A441D81C-AEF8-464D-902E-B6449B34371D}" dt="2026-10-06T16:19:05.043" v="4245" actId="47"/>
        <pc:sldMasterMkLst>
          <pc:docMk/>
          <pc:sldMasterMk cId="0" sldId="2147483673"/>
        </pc:sldMasterMkLst>
        <pc:sldLayoutChg chg="del">
          <pc:chgData name="Phan Thanh Duy" userId="7fe205da-551d-4fae-b045-58d66fb40073" providerId="ADAL" clId="{A441D81C-AEF8-464D-902E-B6449B34371D}" dt="2026-10-06T16:18:23.243" v="4239" actId="47"/>
          <pc:sldLayoutMkLst>
            <pc:docMk/>
            <pc:sldMasterMk cId="0" sldId="2147483673"/>
            <pc:sldLayoutMk cId="0" sldId="2147483650"/>
          </pc:sldLayoutMkLst>
        </pc:sldLayoutChg>
        <pc:sldLayoutChg chg="del">
          <pc:chgData name="Phan Thanh Duy" userId="7fe205da-551d-4fae-b045-58d66fb40073" providerId="ADAL" clId="{A441D81C-AEF8-464D-902E-B6449B34371D}" dt="2026-10-06T16:18:31.848" v="4242" actId="47"/>
          <pc:sldLayoutMkLst>
            <pc:docMk/>
            <pc:sldMasterMk cId="0" sldId="2147483673"/>
            <pc:sldLayoutMk cId="0" sldId="2147483651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52"/>
          </pc:sldLayoutMkLst>
        </pc:sldLayoutChg>
        <pc:sldLayoutChg chg="del">
          <pc:chgData name="Phan Thanh Duy" userId="7fe205da-551d-4fae-b045-58d66fb40073" providerId="ADAL" clId="{A441D81C-AEF8-464D-902E-B6449B34371D}" dt="2026-10-06T16:18:26.018" v="4240" actId="47"/>
          <pc:sldLayoutMkLst>
            <pc:docMk/>
            <pc:sldMasterMk cId="0" sldId="2147483673"/>
            <pc:sldLayoutMk cId="0" sldId="2147483653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54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55"/>
          </pc:sldLayoutMkLst>
        </pc:sldLayoutChg>
        <pc:sldLayoutChg chg="del">
          <pc:chgData name="Phan Thanh Duy" userId="7fe205da-551d-4fae-b045-58d66fb40073" providerId="ADAL" clId="{A441D81C-AEF8-464D-902E-B6449B34371D}" dt="2026-10-06T16:18:31.848" v="4242" actId="47"/>
          <pc:sldLayoutMkLst>
            <pc:docMk/>
            <pc:sldMasterMk cId="0" sldId="2147483673"/>
            <pc:sldLayoutMk cId="0" sldId="2147483656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57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60"/>
          </pc:sldLayoutMkLst>
        </pc:sldLayoutChg>
        <pc:sldLayoutChg chg="del">
          <pc:chgData name="Phan Thanh Duy" userId="7fe205da-551d-4fae-b045-58d66fb40073" providerId="ADAL" clId="{A441D81C-AEF8-464D-902E-B6449B34371D}" dt="2026-10-06T16:19:05.043" v="4245" actId="47"/>
          <pc:sldLayoutMkLst>
            <pc:docMk/>
            <pc:sldMasterMk cId="0" sldId="2147483673"/>
            <pc:sldLayoutMk cId="0" sldId="2147483661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65"/>
          </pc:sldLayoutMkLst>
        </pc:sldLayoutChg>
        <pc:sldLayoutChg chg="del">
          <pc:chgData name="Phan Thanh Duy" userId="7fe205da-551d-4fae-b045-58d66fb40073" providerId="ADAL" clId="{A441D81C-AEF8-464D-902E-B6449B34371D}" dt="2026-10-06T16:18:27.594" v="4241" actId="47"/>
          <pc:sldLayoutMkLst>
            <pc:docMk/>
            <pc:sldMasterMk cId="0" sldId="2147483673"/>
            <pc:sldLayoutMk cId="0" sldId="2147483666"/>
          </pc:sldLayoutMkLst>
        </pc:sldLayoutChg>
        <pc:sldLayoutChg chg="del">
          <pc:chgData name="Phan Thanh Duy" userId="7fe205da-551d-4fae-b045-58d66fb40073" providerId="ADAL" clId="{A441D81C-AEF8-464D-902E-B6449B34371D}" dt="2026-10-06T16:18:39.615" v="4243" actId="47"/>
          <pc:sldLayoutMkLst>
            <pc:docMk/>
            <pc:sldMasterMk cId="0" sldId="2147483673"/>
            <pc:sldLayoutMk cId="0" sldId="2147483667"/>
          </pc:sldLayoutMkLst>
        </pc:sldLayoutChg>
        <pc:sldLayoutChg chg="del">
          <pc:chgData name="Phan Thanh Duy" userId="7fe205da-551d-4fae-b045-58d66fb40073" providerId="ADAL" clId="{A441D81C-AEF8-464D-902E-B6449B34371D}" dt="2026-10-06T16:18:31.848" v="4242" actId="47"/>
          <pc:sldLayoutMkLst>
            <pc:docMk/>
            <pc:sldMasterMk cId="0" sldId="2147483673"/>
            <pc:sldLayoutMk cId="0" sldId="2147483668"/>
          </pc:sldLayoutMkLst>
        </pc:sldLayoutChg>
      </pc:sldMasterChg>
      <pc:sldMasterChg chg="del delSldLayout">
        <pc:chgData name="Phan Thanh Duy" userId="7fe205da-551d-4fae-b045-58d66fb40073" providerId="ADAL" clId="{A441D81C-AEF8-464D-902E-B6449B34371D}" dt="2026-10-06T16:18:19.872" v="4238" actId="47"/>
        <pc:sldMasterMkLst>
          <pc:docMk/>
          <pc:sldMasterMk cId="0" sldId="2147483674"/>
        </pc:sldMasterMkLst>
        <pc:sldLayoutChg chg="del">
          <pc:chgData name="Phan Thanh Duy" userId="7fe205da-551d-4fae-b045-58d66fb40073" providerId="ADAL" clId="{A441D81C-AEF8-464D-902E-B6449B34371D}" dt="2026-10-06T16:18:19.872" v="4238" actId="47"/>
          <pc:sldLayoutMkLst>
            <pc:docMk/>
            <pc:sldMasterMk cId="0" sldId="2147483674"/>
            <pc:sldLayoutMk cId="0" sldId="2147483671"/>
          </pc:sldLayoutMkLst>
        </pc:sldLayoutChg>
        <pc:sldLayoutChg chg="del">
          <pc:chgData name="Phan Thanh Duy" userId="7fe205da-551d-4fae-b045-58d66fb40073" providerId="ADAL" clId="{A441D81C-AEF8-464D-902E-B6449B34371D}" dt="2026-10-06T16:18:19.872" v="4238" actId="47"/>
          <pc:sldLayoutMkLst>
            <pc:docMk/>
            <pc:sldMasterMk cId="0" sldId="2147483674"/>
            <pc:sldLayoutMk cId="0" sldId="214748367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g11f682941b8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1" name="Google Shape;921;g11f682941b8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g11f3b086d1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2" name="Google Shape;982;g11f3b086d1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1efcb08b7f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1efcb08b7f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1633E753-E83C-D42D-AA5C-CB8D418F2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2292EB90-BB61-D1AD-ABCA-798B1AC69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5853CED0-CDB5-9371-6819-CE0D08D2D5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082386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97EE4D9E-7E9F-9469-6463-D0FFEE18C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6C563766-A364-392B-480D-F3468EA639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63FF14F9-5026-8B80-C86A-D12596D3FD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512965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445EF57A-DA80-957C-ED40-7CF898358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E68F10F3-2476-268D-8CD3-5C8F08E0E6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2D3A457-7405-DB4C-E7B0-A4A7443D56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351593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C9A64F5E-3C91-A502-221F-98435670F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CA201030-463C-4933-23FC-E5405C7A2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69CE23F-7945-B22E-1A85-6FD540EB05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42077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81E636CD-74AC-6FB8-FB65-31476B5A5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51FC63BB-6A56-8C39-F3B3-1AAF6E3EB7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A35A30DE-61D5-B371-D79B-EF1BF2FC59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826378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0F658EC-4ABE-D046-E27B-5EBA3F858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71E8AA75-B95C-C22F-4AEB-480E70AA9E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26CB9877-8151-71E6-237F-699A616AFD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384060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A378926D-E29C-FC27-26B8-FC6ABEB2A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B974F2D0-B3A5-4353-C143-79BCC8018E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A8B6C74-E4AE-AEA4-EAA2-1806B439F7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450509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036FF75F-1EC9-5654-5ED0-4F8A3E55D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050D6A01-C937-0360-C56D-9951FD08BB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5106767-C795-7B51-3C81-0C7DB64CDD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58140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AB9213D6-71CB-50A9-E95C-122AC89D9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341EA40-D4E9-7D07-84EE-1BD2E33AAB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D0885D6-4D32-E606-19E1-409AF79C08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642105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E895FB98-725D-0FF0-26DF-D0A285366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8BBC706F-EA7C-2B54-26A9-F99216A859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5BB3E8BB-AFF3-B9C5-8C6C-46D9CD8759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8043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ACB0C25F-AC06-C40D-01C5-57439A5B5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7F65599F-36A1-30C5-5B28-6FF34C5CAD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9E6A217-2D8D-AFF3-24BD-6C2AC369B9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17610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7D2925A3-208C-142C-9556-93634E7CB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A94C9A2E-65AA-D71E-1C58-D5E3D2F538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1AD26C59-BC01-CA4D-6D6E-023A8BDFEB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64436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36794879-8863-B667-5FC1-6DBF15FC6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A408C243-C212-A69C-0830-113C1EB070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8B9213FD-C947-B67C-FF33-01FA11BC0C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75120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35C9B86D-5F19-81E0-F013-6F39B5DAB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5940D2B6-A23E-07B8-0977-8612B1888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C7E9EF34-2C30-118F-B9E7-E9D6049811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66713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>
          <a:extLst>
            <a:ext uri="{FF2B5EF4-FFF2-40B4-BE49-F238E27FC236}">
              <a16:creationId xmlns:a16="http://schemas.microsoft.com/office/drawing/2014/main" id="{88F17D75-1DB2-E7E2-D4C3-DAB14943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1efcb08b7f_0_25:notes">
            <a:extLst>
              <a:ext uri="{FF2B5EF4-FFF2-40B4-BE49-F238E27FC236}">
                <a16:creationId xmlns:a16="http://schemas.microsoft.com/office/drawing/2014/main" id="{AFAE3E38-A5E0-93C9-AD26-F1D3354822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1efcb08b7f_0_25:notes">
            <a:extLst>
              <a:ext uri="{FF2B5EF4-FFF2-40B4-BE49-F238E27FC236}">
                <a16:creationId xmlns:a16="http://schemas.microsoft.com/office/drawing/2014/main" id="{D18D5ABE-476D-EE77-FBE3-FBFE65316C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54373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586BF7F8-A2BA-5455-FCB0-9DB36D4D4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8FDABE60-6024-85D3-229B-F01DA24682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56F2EC0-9E41-855A-310E-F2C6CF29F2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538396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40452756-B41C-31A5-D783-0197EA79B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DFA6550B-E7F3-D416-E3A9-0927BB70BB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D268E2FE-7D74-E84E-456F-C54D037EA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76499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FEA27CC-2709-A2B9-29CC-11CF07291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8601EF48-55A8-D824-8BE7-3DB97E6D52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D92F467D-ACA2-CC3F-ADAA-238CC7155C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28993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E798C53B-0099-B4E6-02EA-6BF07D5BD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F1590591-2257-C328-A7A5-8C50876D97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813A1FA9-8C0C-F016-F229-330FC45736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509799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3453C2B-8E6F-B3C9-5729-E59622653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5E9420ED-BF02-E4C0-292C-F5C926A8A1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3D4CE5AB-F7A7-7939-D35D-99EC609A42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050366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4F0289B9-F1EF-FF00-73D7-DB9444CC1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CF861066-337F-ED27-FBFF-C86EA095F2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CE630D37-6131-876C-22FC-67EA246E73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172688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29DD5626-29D4-55C6-4233-FAAEB093F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6F6170B6-0167-08E4-5734-A5EC2CA309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EFD5231A-6210-5D75-62DF-63A8B57025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004651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2C906EA0-A569-4EDE-7E0A-A06FE889D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AC0C201-44A0-9165-FF24-B5E5F884A3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2AA28753-2487-889E-457F-F24CD6AD14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12853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7D5B8F41-5415-B1CD-4C5E-E185C4D9B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A6869816-A89E-BCE1-ADF0-79E819DD50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2F06F6C-7670-7732-4B38-7AB364851B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702151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E07B22F9-878C-FD7B-3DD4-C61A7F9C1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495B4203-51EE-4F40-2C05-1DEF0A6308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A396C45-C1CB-DC5C-09AB-DECC18216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424192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B2E90A45-FBEF-2DE9-5585-D112ED1AD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6E437C36-42CA-D8A0-6C41-F9E8F5F63D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A733D0CE-C24A-A62B-9072-25DF358B1E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9725571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A6EBFE71-AA00-48BA-4C91-1573CB284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D9D86D44-E551-4105-CC1B-60DD7D2523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069B6534-8871-50A0-31F8-E91229E612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275761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24BBD56A-2DB6-F693-FDA7-C3570A060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230E3F03-178C-0FF0-EC53-B51CD58F85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5470AF1F-AD23-B63D-8CF2-8280064243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369886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9B91602F-B5BF-2BEA-EED7-61AACC9DD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53A81D49-6A89-C991-7C8F-243DBD59DD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7A6A31C9-91FF-4B1E-2787-1B5FA0DF75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4821576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>
          <a:extLst>
            <a:ext uri="{FF2B5EF4-FFF2-40B4-BE49-F238E27FC236}">
              <a16:creationId xmlns:a16="http://schemas.microsoft.com/office/drawing/2014/main" id="{0A649B70-3CD3-5429-3F87-041FEBD28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1efcb08b7f_0_25:notes">
            <a:extLst>
              <a:ext uri="{FF2B5EF4-FFF2-40B4-BE49-F238E27FC236}">
                <a16:creationId xmlns:a16="http://schemas.microsoft.com/office/drawing/2014/main" id="{206789F2-E490-FF95-649A-C2A5698AE9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1efcb08b7f_0_25:notes">
            <a:extLst>
              <a:ext uri="{FF2B5EF4-FFF2-40B4-BE49-F238E27FC236}">
                <a16:creationId xmlns:a16="http://schemas.microsoft.com/office/drawing/2014/main" id="{115D8152-ADCD-8EF7-0027-0177F376DB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883730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3CE8F0A6-A0C1-8D6B-BC81-ACB7707E4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832AFA8F-3915-170C-C4A2-09ED05CFA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5FC0D442-4DF2-83BA-DAA1-E3BFEF7530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0872099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991D1DFF-9843-A03F-42EB-1A525EDFD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CB27654-AED4-1895-5F28-B90E6E5FB4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ADB2005F-C3CF-40AA-55BB-9165128405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9125823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4EBECD1-B1BE-2D10-4803-7C9FE9356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0011779-BE23-50A6-55F2-3BC3C2D692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531F0D2-04B0-1A9E-9219-F1F2839661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117389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5B0EF499-A72E-9F17-DC50-31FD0A684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E822E003-06EF-4E16-B9F7-7E41AC350B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45CB6620-2F8C-81DE-B96F-14446E322D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9333334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6B142CBD-AAD8-3ABA-3A57-B45D92996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0F4CC2F-B46F-794C-C4CD-AF2BE7D757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47A3ABBC-AF08-5611-7C44-D4C4926F3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709930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F74EC9B2-2751-06FA-0BEB-EE831E401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26286481-3CBD-DFFE-EF45-CAC9AA0890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591127DD-6752-1000-444E-D2812F06BD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05555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90B1BF67-33AB-9148-5854-6FCF77091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189FDDFB-0777-88C1-7B71-4DF9710DE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F25A0C07-AA41-7898-33F0-5DDD483E12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3278881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C77AE517-A5FE-70CD-1C00-4E0089AAB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BAD02A78-686A-6A90-3B8C-C639D5F3A0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282F1B6F-C584-7684-9AB6-A9228D635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479610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BC546FF9-7D7A-FD8A-48B1-B237F75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823D74BB-AE2C-D3B4-3161-296DB6F462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10561F44-D5FF-4767-0B01-0A80373BBC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442947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24F4495B-F8D1-8CA7-96C3-029773C12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A991EE2B-521D-10C9-AA49-39D2C79C7E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99D58701-D8F9-6062-90BE-2F380BEEB1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946973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C6034E62-857F-3197-4145-F39121FA1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AE97E5F8-8BBC-887D-AB1C-5EC348B7C6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69B67BD5-EE7C-5FFA-3971-E3014330BF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3298628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47BCF1CB-A5FB-54CD-1C24-5C2B344FD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64C539FD-CAA7-66B4-A1D9-73202B604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715D403F-7EE3-70D9-0644-DBEDEC6A20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0097549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3">
          <a:extLst>
            <a:ext uri="{FF2B5EF4-FFF2-40B4-BE49-F238E27FC236}">
              <a16:creationId xmlns:a16="http://schemas.microsoft.com/office/drawing/2014/main" id="{A07E53CF-F22B-51CC-76C4-23F0C1000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11efcb08b7f_0_9:notes">
            <a:extLst>
              <a:ext uri="{FF2B5EF4-FFF2-40B4-BE49-F238E27FC236}">
                <a16:creationId xmlns:a16="http://schemas.microsoft.com/office/drawing/2014/main" id="{02914A28-F166-BC2C-1ACA-F93162AFF9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5" name="Google Shape;1035;g11efcb08b7f_0_9:notes">
            <a:extLst>
              <a:ext uri="{FF2B5EF4-FFF2-40B4-BE49-F238E27FC236}">
                <a16:creationId xmlns:a16="http://schemas.microsoft.com/office/drawing/2014/main" id="{2AFC2073-0BCE-9B41-2DF7-16D2D9597F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786913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Google Shape;1249;g11efcb08b7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0" name="Google Shape;1250;g11efcb08b7f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Google Shape;1494;g11efcb08b7f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5" name="Google Shape;1495;g11efcb08b7f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 flipH="1">
            <a:off x="743325" y="1454185"/>
            <a:ext cx="6952800" cy="13395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 flipH="1">
            <a:off x="743375" y="3242315"/>
            <a:ext cx="6952800" cy="447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 flipH="1">
            <a:off x="3452019" y="-348332"/>
            <a:ext cx="1019565" cy="1290805"/>
            <a:chOff x="-4017975" y="-49702"/>
            <a:chExt cx="1162825" cy="1472177"/>
          </a:xfrm>
        </p:grpSpPr>
        <p:sp>
          <p:nvSpPr>
            <p:cNvPr id="12" name="Google Shape;12;p2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3633259" y="-49702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19;p2"/>
          <p:cNvGrpSpPr/>
          <p:nvPr/>
        </p:nvGrpSpPr>
        <p:grpSpPr>
          <a:xfrm flipH="1">
            <a:off x="8425338" y="2120543"/>
            <a:ext cx="1938846" cy="1720830"/>
            <a:chOff x="-1873362" y="2120543"/>
            <a:chExt cx="1938846" cy="1720830"/>
          </a:xfrm>
        </p:grpSpPr>
        <p:sp>
          <p:nvSpPr>
            <p:cNvPr id="20" name="Google Shape;20;p2"/>
            <p:cNvSpPr/>
            <p:nvPr/>
          </p:nvSpPr>
          <p:spPr>
            <a:xfrm>
              <a:off x="-1603307" y="2348270"/>
              <a:ext cx="752952" cy="979890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-880956" y="2326262"/>
              <a:ext cx="54822" cy="49978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-1248116" y="2840637"/>
              <a:ext cx="136036" cy="135772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-1524768" y="2679196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-906383" y="2657342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-1252039" y="2304737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-1042397" y="2282795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-1275516" y="2516813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-1067824" y="3161765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-676683" y="3289011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-429382" y="3134825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-1089349" y="3791702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-864538" y="307949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-1492721" y="3169086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-1581278" y="3795976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-1873362" y="2939014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-414717" y="2120543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-287757" y="2820734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-221208" y="2878778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39;p2"/>
          <p:cNvGrpSpPr/>
          <p:nvPr/>
        </p:nvGrpSpPr>
        <p:grpSpPr>
          <a:xfrm flipH="1">
            <a:off x="-1155987" y="-912707"/>
            <a:ext cx="1938846" cy="1720830"/>
            <a:chOff x="-1873362" y="2120543"/>
            <a:chExt cx="1938846" cy="1720830"/>
          </a:xfrm>
        </p:grpSpPr>
        <p:sp>
          <p:nvSpPr>
            <p:cNvPr id="40" name="Google Shape;40;p2"/>
            <p:cNvSpPr/>
            <p:nvPr/>
          </p:nvSpPr>
          <p:spPr>
            <a:xfrm>
              <a:off x="-1603307" y="2348270"/>
              <a:ext cx="752952" cy="979890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-880956" y="2326262"/>
              <a:ext cx="54822" cy="49978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-1248116" y="2840637"/>
              <a:ext cx="136036" cy="135772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-1524768" y="2679196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-906383" y="2657342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-1252039" y="2304737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-1042397" y="2282795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-1275516" y="2516813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-1067824" y="3161765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-676683" y="3289011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-429382" y="3134825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-1089349" y="3791702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-864538" y="307949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-1492721" y="3169086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-1581278" y="3795976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-1873362" y="2939014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-414717" y="2120543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-287757" y="2820734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-221208" y="2878778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" name="Google Shape;59;p2"/>
          <p:cNvGrpSpPr/>
          <p:nvPr/>
        </p:nvGrpSpPr>
        <p:grpSpPr>
          <a:xfrm flipH="1">
            <a:off x="6857372" y="-188512"/>
            <a:ext cx="1516025" cy="1489525"/>
            <a:chOff x="-3888525" y="-3012325"/>
            <a:chExt cx="1516025" cy="1489525"/>
          </a:xfrm>
        </p:grpSpPr>
        <p:sp>
          <p:nvSpPr>
            <p:cNvPr id="60" name="Google Shape;60;p2"/>
            <p:cNvSpPr/>
            <p:nvPr/>
          </p:nvSpPr>
          <p:spPr>
            <a:xfrm>
              <a:off x="-3076125" y="-3012325"/>
              <a:ext cx="38525" cy="38250"/>
            </a:xfrm>
            <a:custGeom>
              <a:avLst/>
              <a:gdLst/>
              <a:ahLst/>
              <a:cxnLst/>
              <a:rect l="l" t="t" r="r" b="b"/>
              <a:pathLst>
                <a:path w="1541" h="1530" extrusionOk="0">
                  <a:moveTo>
                    <a:pt x="779" y="1"/>
                  </a:moveTo>
                  <a:cubicBezTo>
                    <a:pt x="679" y="1"/>
                    <a:pt x="577" y="19"/>
                    <a:pt x="480" y="56"/>
                  </a:cubicBezTo>
                  <a:cubicBezTo>
                    <a:pt x="436" y="79"/>
                    <a:pt x="391" y="101"/>
                    <a:pt x="346" y="134"/>
                  </a:cubicBezTo>
                  <a:cubicBezTo>
                    <a:pt x="302" y="157"/>
                    <a:pt x="268" y="190"/>
                    <a:pt x="224" y="224"/>
                  </a:cubicBezTo>
                  <a:cubicBezTo>
                    <a:pt x="190" y="257"/>
                    <a:pt x="157" y="302"/>
                    <a:pt x="134" y="346"/>
                  </a:cubicBezTo>
                  <a:cubicBezTo>
                    <a:pt x="101" y="380"/>
                    <a:pt x="79" y="425"/>
                    <a:pt x="56" y="480"/>
                  </a:cubicBezTo>
                  <a:cubicBezTo>
                    <a:pt x="45" y="525"/>
                    <a:pt x="34" y="570"/>
                    <a:pt x="23" y="614"/>
                  </a:cubicBezTo>
                  <a:cubicBezTo>
                    <a:pt x="12" y="659"/>
                    <a:pt x="0" y="715"/>
                    <a:pt x="0" y="771"/>
                  </a:cubicBezTo>
                  <a:cubicBezTo>
                    <a:pt x="0" y="971"/>
                    <a:pt x="90" y="1161"/>
                    <a:pt x="224" y="1306"/>
                  </a:cubicBezTo>
                  <a:cubicBezTo>
                    <a:pt x="268" y="1340"/>
                    <a:pt x="302" y="1373"/>
                    <a:pt x="346" y="1407"/>
                  </a:cubicBezTo>
                  <a:cubicBezTo>
                    <a:pt x="391" y="1429"/>
                    <a:pt x="436" y="1451"/>
                    <a:pt x="480" y="1474"/>
                  </a:cubicBezTo>
                  <a:cubicBezTo>
                    <a:pt x="525" y="1496"/>
                    <a:pt x="570" y="1507"/>
                    <a:pt x="625" y="1518"/>
                  </a:cubicBezTo>
                  <a:cubicBezTo>
                    <a:pt x="670" y="1529"/>
                    <a:pt x="726" y="1529"/>
                    <a:pt x="770" y="1529"/>
                  </a:cubicBezTo>
                  <a:lnTo>
                    <a:pt x="782" y="1529"/>
                  </a:lnTo>
                  <a:cubicBezTo>
                    <a:pt x="1206" y="1529"/>
                    <a:pt x="1540" y="1183"/>
                    <a:pt x="1540" y="771"/>
                  </a:cubicBezTo>
                  <a:cubicBezTo>
                    <a:pt x="1540" y="715"/>
                    <a:pt x="1540" y="659"/>
                    <a:pt x="1529" y="614"/>
                  </a:cubicBezTo>
                  <a:cubicBezTo>
                    <a:pt x="1518" y="570"/>
                    <a:pt x="1507" y="525"/>
                    <a:pt x="1485" y="480"/>
                  </a:cubicBezTo>
                  <a:cubicBezTo>
                    <a:pt x="1462" y="425"/>
                    <a:pt x="1440" y="380"/>
                    <a:pt x="1418" y="346"/>
                  </a:cubicBezTo>
                  <a:cubicBezTo>
                    <a:pt x="1384" y="302"/>
                    <a:pt x="1351" y="257"/>
                    <a:pt x="1317" y="224"/>
                  </a:cubicBezTo>
                  <a:cubicBezTo>
                    <a:pt x="1176" y="75"/>
                    <a:pt x="980" y="1"/>
                    <a:pt x="7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-3648325" y="-2918425"/>
              <a:ext cx="523950" cy="509300"/>
            </a:xfrm>
            <a:custGeom>
              <a:avLst/>
              <a:gdLst/>
              <a:ahLst/>
              <a:cxnLst/>
              <a:rect l="l" t="t" r="r" b="b"/>
              <a:pathLst>
                <a:path w="20958" h="20372" extrusionOk="0">
                  <a:moveTo>
                    <a:pt x="19910" y="1"/>
                  </a:moveTo>
                  <a:cubicBezTo>
                    <a:pt x="19813" y="1"/>
                    <a:pt x="19712" y="19"/>
                    <a:pt x="19608" y="61"/>
                  </a:cubicBezTo>
                  <a:cubicBezTo>
                    <a:pt x="18839" y="384"/>
                    <a:pt x="19060" y="1540"/>
                    <a:pt x="19903" y="1545"/>
                  </a:cubicBezTo>
                  <a:lnTo>
                    <a:pt x="19903" y="1545"/>
                  </a:lnTo>
                  <a:cubicBezTo>
                    <a:pt x="20102" y="1544"/>
                    <a:pt x="20301" y="1466"/>
                    <a:pt x="20445" y="1311"/>
                  </a:cubicBezTo>
                  <a:cubicBezTo>
                    <a:pt x="20957" y="798"/>
                    <a:pt x="20539" y="1"/>
                    <a:pt x="19910" y="1"/>
                  </a:cubicBezTo>
                  <a:close/>
                  <a:moveTo>
                    <a:pt x="19903" y="1545"/>
                  </a:moveTo>
                  <a:cubicBezTo>
                    <a:pt x="19901" y="1545"/>
                    <a:pt x="19900" y="1545"/>
                    <a:pt x="19898" y="1545"/>
                  </a:cubicBezTo>
                  <a:lnTo>
                    <a:pt x="19909" y="1545"/>
                  </a:lnTo>
                  <a:cubicBezTo>
                    <a:pt x="19907" y="1545"/>
                    <a:pt x="19905" y="1545"/>
                    <a:pt x="19903" y="1545"/>
                  </a:cubicBezTo>
                  <a:close/>
                  <a:moveTo>
                    <a:pt x="16154" y="3769"/>
                  </a:moveTo>
                  <a:cubicBezTo>
                    <a:pt x="16056" y="3769"/>
                    <a:pt x="15952" y="3789"/>
                    <a:pt x="15847" y="3833"/>
                  </a:cubicBezTo>
                  <a:cubicBezTo>
                    <a:pt x="15067" y="4156"/>
                    <a:pt x="15299" y="5301"/>
                    <a:pt x="16131" y="5306"/>
                  </a:cubicBezTo>
                  <a:lnTo>
                    <a:pt x="16131" y="5306"/>
                  </a:lnTo>
                  <a:cubicBezTo>
                    <a:pt x="16341" y="5305"/>
                    <a:pt x="16540" y="5227"/>
                    <a:pt x="16684" y="5083"/>
                  </a:cubicBezTo>
                  <a:cubicBezTo>
                    <a:pt x="17194" y="4563"/>
                    <a:pt x="16774" y="3769"/>
                    <a:pt x="16154" y="3769"/>
                  </a:cubicBezTo>
                  <a:close/>
                  <a:moveTo>
                    <a:pt x="16131" y="5306"/>
                  </a:moveTo>
                  <a:cubicBezTo>
                    <a:pt x="16129" y="5306"/>
                    <a:pt x="16128" y="5306"/>
                    <a:pt x="16126" y="5306"/>
                  </a:cubicBezTo>
                  <a:lnTo>
                    <a:pt x="16137" y="5306"/>
                  </a:lnTo>
                  <a:cubicBezTo>
                    <a:pt x="16135" y="5306"/>
                    <a:pt x="16133" y="5306"/>
                    <a:pt x="16131" y="5306"/>
                  </a:cubicBezTo>
                  <a:close/>
                  <a:moveTo>
                    <a:pt x="12383" y="7530"/>
                  </a:moveTo>
                  <a:cubicBezTo>
                    <a:pt x="12285" y="7530"/>
                    <a:pt x="12181" y="7550"/>
                    <a:pt x="12075" y="7594"/>
                  </a:cubicBezTo>
                  <a:cubicBezTo>
                    <a:pt x="11307" y="7917"/>
                    <a:pt x="11527" y="9073"/>
                    <a:pt x="12370" y="9078"/>
                  </a:cubicBezTo>
                  <a:lnTo>
                    <a:pt x="12370" y="9078"/>
                  </a:lnTo>
                  <a:cubicBezTo>
                    <a:pt x="12569" y="9077"/>
                    <a:pt x="12768" y="8998"/>
                    <a:pt x="12912" y="8844"/>
                  </a:cubicBezTo>
                  <a:cubicBezTo>
                    <a:pt x="13423" y="8333"/>
                    <a:pt x="13009" y="7530"/>
                    <a:pt x="12383" y="7530"/>
                  </a:cubicBezTo>
                  <a:close/>
                  <a:moveTo>
                    <a:pt x="12370" y="9078"/>
                  </a:moveTo>
                  <a:cubicBezTo>
                    <a:pt x="12369" y="9078"/>
                    <a:pt x="12367" y="9078"/>
                    <a:pt x="12365" y="9078"/>
                  </a:cubicBezTo>
                  <a:lnTo>
                    <a:pt x="12376" y="9078"/>
                  </a:lnTo>
                  <a:cubicBezTo>
                    <a:pt x="12374" y="9078"/>
                    <a:pt x="12372" y="9078"/>
                    <a:pt x="12370" y="9078"/>
                  </a:cubicBezTo>
                  <a:close/>
                  <a:moveTo>
                    <a:pt x="8596" y="11293"/>
                  </a:moveTo>
                  <a:cubicBezTo>
                    <a:pt x="8415" y="11293"/>
                    <a:pt x="8227" y="11364"/>
                    <a:pt x="8058" y="11533"/>
                  </a:cubicBezTo>
                  <a:cubicBezTo>
                    <a:pt x="7578" y="12013"/>
                    <a:pt x="7924" y="12839"/>
                    <a:pt x="8604" y="12839"/>
                  </a:cubicBezTo>
                  <a:cubicBezTo>
                    <a:pt x="8805" y="12839"/>
                    <a:pt x="9006" y="12761"/>
                    <a:pt x="9151" y="12615"/>
                  </a:cubicBezTo>
                  <a:cubicBezTo>
                    <a:pt x="9699" y="12059"/>
                    <a:pt x="9190" y="11293"/>
                    <a:pt x="8596" y="11293"/>
                  </a:cubicBezTo>
                  <a:close/>
                  <a:moveTo>
                    <a:pt x="4844" y="15041"/>
                  </a:moveTo>
                  <a:cubicBezTo>
                    <a:pt x="4659" y="15041"/>
                    <a:pt x="4467" y="15116"/>
                    <a:pt x="4297" y="15294"/>
                  </a:cubicBezTo>
                  <a:cubicBezTo>
                    <a:pt x="3817" y="15785"/>
                    <a:pt x="4152" y="16611"/>
                    <a:pt x="4844" y="16611"/>
                  </a:cubicBezTo>
                  <a:cubicBezTo>
                    <a:pt x="5044" y="16611"/>
                    <a:pt x="5234" y="16521"/>
                    <a:pt x="5379" y="16376"/>
                  </a:cubicBezTo>
                  <a:cubicBezTo>
                    <a:pt x="5968" y="15830"/>
                    <a:pt x="5447" y="15041"/>
                    <a:pt x="4844" y="15041"/>
                  </a:cubicBezTo>
                  <a:close/>
                  <a:moveTo>
                    <a:pt x="1086" y="18834"/>
                  </a:moveTo>
                  <a:cubicBezTo>
                    <a:pt x="989" y="18834"/>
                    <a:pt x="886" y="18854"/>
                    <a:pt x="782" y="18898"/>
                  </a:cubicBezTo>
                  <a:cubicBezTo>
                    <a:pt x="0" y="19222"/>
                    <a:pt x="235" y="20371"/>
                    <a:pt x="1072" y="20371"/>
                  </a:cubicBezTo>
                  <a:cubicBezTo>
                    <a:pt x="1273" y="20371"/>
                    <a:pt x="1473" y="20293"/>
                    <a:pt x="1618" y="20148"/>
                  </a:cubicBezTo>
                  <a:cubicBezTo>
                    <a:pt x="2130" y="19637"/>
                    <a:pt x="1707" y="18834"/>
                    <a:pt x="1086" y="18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-3742350" y="-2353475"/>
              <a:ext cx="53025" cy="38650"/>
            </a:xfrm>
            <a:custGeom>
              <a:avLst/>
              <a:gdLst/>
              <a:ahLst/>
              <a:cxnLst/>
              <a:rect l="l" t="t" r="r" b="b"/>
              <a:pathLst>
                <a:path w="2121" h="1546" extrusionOk="0">
                  <a:moveTo>
                    <a:pt x="1073" y="1"/>
                  </a:moveTo>
                  <a:cubicBezTo>
                    <a:pt x="976" y="1"/>
                    <a:pt x="875" y="19"/>
                    <a:pt x="771" y="61"/>
                  </a:cubicBezTo>
                  <a:cubicBezTo>
                    <a:pt x="1" y="385"/>
                    <a:pt x="224" y="1545"/>
                    <a:pt x="1072" y="1545"/>
                  </a:cubicBezTo>
                  <a:cubicBezTo>
                    <a:pt x="1273" y="1545"/>
                    <a:pt x="1462" y="1456"/>
                    <a:pt x="1608" y="1322"/>
                  </a:cubicBezTo>
                  <a:cubicBezTo>
                    <a:pt x="2120" y="800"/>
                    <a:pt x="1702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-3719475" y="-2483300"/>
              <a:ext cx="547675" cy="547050"/>
            </a:xfrm>
            <a:custGeom>
              <a:avLst/>
              <a:gdLst/>
              <a:ahLst/>
              <a:cxnLst/>
              <a:rect l="l" t="t" r="r" b="b"/>
              <a:pathLst>
                <a:path w="21907" h="21882" extrusionOk="0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-3888525" y="-2128825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-3626300" y="-1680825"/>
              <a:ext cx="184175" cy="158025"/>
            </a:xfrm>
            <a:custGeom>
              <a:avLst/>
              <a:gdLst/>
              <a:ahLst/>
              <a:cxnLst/>
              <a:rect l="l" t="t" r="r" b="b"/>
              <a:pathLst>
                <a:path w="7367" h="6321" extrusionOk="0">
                  <a:moveTo>
                    <a:pt x="4219" y="295"/>
                  </a:moveTo>
                  <a:cubicBezTo>
                    <a:pt x="5804" y="295"/>
                    <a:pt x="7087" y="1578"/>
                    <a:pt x="7087" y="3163"/>
                  </a:cubicBezTo>
                  <a:cubicBezTo>
                    <a:pt x="7087" y="4901"/>
                    <a:pt x="5670" y="6050"/>
                    <a:pt x="4190" y="6050"/>
                  </a:cubicBezTo>
                  <a:cubicBezTo>
                    <a:pt x="3484" y="6050"/>
                    <a:pt x="2764" y="5789"/>
                    <a:pt x="2177" y="5205"/>
                  </a:cubicBezTo>
                  <a:cubicBezTo>
                    <a:pt x="369" y="3386"/>
                    <a:pt x="1653" y="295"/>
                    <a:pt x="4219" y="295"/>
                  </a:cubicBezTo>
                  <a:close/>
                  <a:moveTo>
                    <a:pt x="4193" y="1"/>
                  </a:moveTo>
                  <a:cubicBezTo>
                    <a:pt x="3419" y="1"/>
                    <a:pt x="2630" y="289"/>
                    <a:pt x="1987" y="931"/>
                  </a:cubicBezTo>
                  <a:cubicBezTo>
                    <a:pt x="1" y="2928"/>
                    <a:pt x="1407" y="6321"/>
                    <a:pt x="4219" y="6321"/>
                  </a:cubicBezTo>
                  <a:cubicBezTo>
                    <a:pt x="5960" y="6321"/>
                    <a:pt x="7366" y="4904"/>
                    <a:pt x="7366" y="3163"/>
                  </a:cubicBezTo>
                  <a:cubicBezTo>
                    <a:pt x="7366" y="1260"/>
                    <a:pt x="5813" y="1"/>
                    <a:pt x="4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-3559050" y="-1636200"/>
              <a:ext cx="76175" cy="68900"/>
            </a:xfrm>
            <a:custGeom>
              <a:avLst/>
              <a:gdLst/>
              <a:ahLst/>
              <a:cxnLst/>
              <a:rect l="l" t="t" r="r" b="b"/>
              <a:pathLst>
                <a:path w="3047" h="2756" extrusionOk="0">
                  <a:moveTo>
                    <a:pt x="1516" y="0"/>
                  </a:moveTo>
                  <a:cubicBezTo>
                    <a:pt x="891" y="0"/>
                    <a:pt x="331" y="427"/>
                    <a:pt x="179" y="1065"/>
                  </a:cubicBezTo>
                  <a:cubicBezTo>
                    <a:pt x="0" y="1802"/>
                    <a:pt x="469" y="2550"/>
                    <a:pt x="1206" y="2717"/>
                  </a:cubicBezTo>
                  <a:cubicBezTo>
                    <a:pt x="1315" y="2743"/>
                    <a:pt x="1424" y="2756"/>
                    <a:pt x="1531" y="2756"/>
                  </a:cubicBezTo>
                  <a:cubicBezTo>
                    <a:pt x="2157" y="2756"/>
                    <a:pt x="2716" y="2329"/>
                    <a:pt x="2868" y="1690"/>
                  </a:cubicBezTo>
                  <a:cubicBezTo>
                    <a:pt x="3047" y="954"/>
                    <a:pt x="2578" y="206"/>
                    <a:pt x="1842" y="39"/>
                  </a:cubicBezTo>
                  <a:cubicBezTo>
                    <a:pt x="1732" y="13"/>
                    <a:pt x="1623" y="0"/>
                    <a:pt x="1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-3151175" y="-2605875"/>
              <a:ext cx="752125" cy="750250"/>
            </a:xfrm>
            <a:custGeom>
              <a:avLst/>
              <a:gdLst/>
              <a:ahLst/>
              <a:cxnLst/>
              <a:rect l="l" t="t" r="r" b="b"/>
              <a:pathLst>
                <a:path w="30085" h="30010" extrusionOk="0">
                  <a:moveTo>
                    <a:pt x="29888" y="0"/>
                  </a:moveTo>
                  <a:cubicBezTo>
                    <a:pt x="29858" y="0"/>
                    <a:pt x="29826" y="11"/>
                    <a:pt x="29796" y="35"/>
                  </a:cubicBezTo>
                  <a:lnTo>
                    <a:pt x="56" y="29764"/>
                  </a:lnTo>
                  <a:cubicBezTo>
                    <a:pt x="1" y="29820"/>
                    <a:pt x="1" y="29909"/>
                    <a:pt x="56" y="29965"/>
                  </a:cubicBezTo>
                  <a:cubicBezTo>
                    <a:pt x="79" y="29987"/>
                    <a:pt x="123" y="30010"/>
                    <a:pt x="157" y="30010"/>
                  </a:cubicBezTo>
                  <a:cubicBezTo>
                    <a:pt x="190" y="30010"/>
                    <a:pt x="235" y="29987"/>
                    <a:pt x="257" y="29965"/>
                  </a:cubicBezTo>
                  <a:lnTo>
                    <a:pt x="29997" y="236"/>
                  </a:lnTo>
                  <a:cubicBezTo>
                    <a:pt x="30084" y="132"/>
                    <a:pt x="29995" y="0"/>
                    <a:pt x="298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-2704800" y="-2461050"/>
              <a:ext cx="155150" cy="155150"/>
            </a:xfrm>
            <a:custGeom>
              <a:avLst/>
              <a:gdLst/>
              <a:ahLst/>
              <a:cxnLst/>
              <a:rect l="l" t="t" r="r" b="b"/>
              <a:pathLst>
                <a:path w="6206" h="6206" extrusionOk="0">
                  <a:moveTo>
                    <a:pt x="6150" y="1"/>
                  </a:moveTo>
                  <a:lnTo>
                    <a:pt x="1" y="6150"/>
                  </a:lnTo>
                  <a:lnTo>
                    <a:pt x="1396" y="6205"/>
                  </a:lnTo>
                  <a:lnTo>
                    <a:pt x="6205" y="1396"/>
                  </a:lnTo>
                  <a:lnTo>
                    <a:pt x="615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-2435025" y="-2631025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1" y="1"/>
                  </a:moveTo>
                  <a:cubicBezTo>
                    <a:pt x="961" y="1"/>
                    <a:pt x="671" y="110"/>
                    <a:pt x="447" y="327"/>
                  </a:cubicBezTo>
                  <a:cubicBezTo>
                    <a:pt x="1" y="774"/>
                    <a:pt x="1" y="1499"/>
                    <a:pt x="447" y="1945"/>
                  </a:cubicBezTo>
                  <a:cubicBezTo>
                    <a:pt x="671" y="2163"/>
                    <a:pt x="961" y="2272"/>
                    <a:pt x="1251" y="2272"/>
                  </a:cubicBezTo>
                  <a:cubicBezTo>
                    <a:pt x="1541" y="2272"/>
                    <a:pt x="1831" y="2163"/>
                    <a:pt x="2054" y="1945"/>
                  </a:cubicBezTo>
                  <a:cubicBezTo>
                    <a:pt x="2501" y="1499"/>
                    <a:pt x="2501" y="774"/>
                    <a:pt x="2054" y="327"/>
                  </a:cubicBezTo>
                  <a:cubicBezTo>
                    <a:pt x="1831" y="110"/>
                    <a:pt x="1541" y="1"/>
                    <a:pt x="12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-3175450" y="-1887725"/>
              <a:ext cx="56675" cy="56925"/>
            </a:xfrm>
            <a:custGeom>
              <a:avLst/>
              <a:gdLst/>
              <a:ahLst/>
              <a:cxnLst/>
              <a:rect l="l" t="t" r="r" b="b"/>
              <a:pathLst>
                <a:path w="2267" h="2277" extrusionOk="0">
                  <a:moveTo>
                    <a:pt x="1139" y="0"/>
                  </a:moveTo>
                  <a:cubicBezTo>
                    <a:pt x="503" y="0"/>
                    <a:pt x="1" y="514"/>
                    <a:pt x="1" y="1139"/>
                  </a:cubicBezTo>
                  <a:cubicBezTo>
                    <a:pt x="1" y="1764"/>
                    <a:pt x="503" y="2277"/>
                    <a:pt x="1139" y="2277"/>
                  </a:cubicBezTo>
                  <a:cubicBezTo>
                    <a:pt x="1764" y="2277"/>
                    <a:pt x="2266" y="1764"/>
                    <a:pt x="2266" y="1139"/>
                  </a:cubicBezTo>
                  <a:cubicBezTo>
                    <a:pt x="2266" y="514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"/>
          <p:cNvSpPr txBox="1">
            <a:spLocks noGrp="1"/>
          </p:cNvSpPr>
          <p:nvPr>
            <p:ph type="title" hasCustomPrompt="1"/>
          </p:nvPr>
        </p:nvSpPr>
        <p:spPr>
          <a:xfrm>
            <a:off x="2598875" y="787425"/>
            <a:ext cx="3946500" cy="1175100"/>
          </a:xfrm>
          <a:prstGeom prst="rect">
            <a:avLst/>
          </a:prstGeom>
          <a:noFill/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000"/>
              <a:buNone/>
              <a:defRPr sz="9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 b="1"/>
            </a:lvl9pPr>
          </a:lstStyle>
          <a:p>
            <a:r>
              <a:t>xx%</a:t>
            </a:r>
          </a:p>
        </p:txBody>
      </p:sp>
      <p:sp>
        <p:nvSpPr>
          <p:cNvPr id="73" name="Google Shape;73;p3"/>
          <p:cNvSpPr txBox="1">
            <a:spLocks noGrp="1"/>
          </p:cNvSpPr>
          <p:nvPr>
            <p:ph type="title" idx="2"/>
          </p:nvPr>
        </p:nvSpPr>
        <p:spPr>
          <a:xfrm>
            <a:off x="2598625" y="2347850"/>
            <a:ext cx="3946500" cy="12291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latin typeface="Jost"/>
                <a:ea typeface="Jost"/>
                <a:cs typeface="Jost"/>
                <a:sym typeface="Jos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74" name="Google Shape;74;p3"/>
          <p:cNvSpPr txBox="1">
            <a:spLocks noGrp="1"/>
          </p:cNvSpPr>
          <p:nvPr>
            <p:ph type="subTitle" idx="1"/>
          </p:nvPr>
        </p:nvSpPr>
        <p:spPr>
          <a:xfrm>
            <a:off x="2598875" y="3643263"/>
            <a:ext cx="3946500" cy="7128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grpSp>
        <p:nvGrpSpPr>
          <p:cNvPr id="75" name="Google Shape;75;p3"/>
          <p:cNvGrpSpPr/>
          <p:nvPr/>
        </p:nvGrpSpPr>
        <p:grpSpPr>
          <a:xfrm flipH="1">
            <a:off x="7451744" y="244568"/>
            <a:ext cx="1019565" cy="1290805"/>
            <a:chOff x="-4017975" y="-49702"/>
            <a:chExt cx="1162825" cy="1472177"/>
          </a:xfrm>
        </p:grpSpPr>
        <p:sp>
          <p:nvSpPr>
            <p:cNvPr id="76" name="Google Shape;76;p3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3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3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3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3"/>
            <p:cNvSpPr/>
            <p:nvPr/>
          </p:nvSpPr>
          <p:spPr>
            <a:xfrm>
              <a:off x="-3633259" y="-49702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3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3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3" name="Google Shape;83;p3"/>
          <p:cNvGrpSpPr/>
          <p:nvPr/>
        </p:nvGrpSpPr>
        <p:grpSpPr>
          <a:xfrm flipH="1">
            <a:off x="2648022" y="-702112"/>
            <a:ext cx="1516025" cy="1489525"/>
            <a:chOff x="-3888525" y="-3012325"/>
            <a:chExt cx="1516025" cy="1489525"/>
          </a:xfrm>
        </p:grpSpPr>
        <p:sp>
          <p:nvSpPr>
            <p:cNvPr id="84" name="Google Shape;84;p3"/>
            <p:cNvSpPr/>
            <p:nvPr/>
          </p:nvSpPr>
          <p:spPr>
            <a:xfrm>
              <a:off x="-3076125" y="-3012325"/>
              <a:ext cx="38525" cy="38250"/>
            </a:xfrm>
            <a:custGeom>
              <a:avLst/>
              <a:gdLst/>
              <a:ahLst/>
              <a:cxnLst/>
              <a:rect l="l" t="t" r="r" b="b"/>
              <a:pathLst>
                <a:path w="1541" h="1530" extrusionOk="0">
                  <a:moveTo>
                    <a:pt x="779" y="1"/>
                  </a:moveTo>
                  <a:cubicBezTo>
                    <a:pt x="679" y="1"/>
                    <a:pt x="577" y="19"/>
                    <a:pt x="480" y="56"/>
                  </a:cubicBezTo>
                  <a:cubicBezTo>
                    <a:pt x="436" y="79"/>
                    <a:pt x="391" y="101"/>
                    <a:pt x="346" y="134"/>
                  </a:cubicBezTo>
                  <a:cubicBezTo>
                    <a:pt x="302" y="157"/>
                    <a:pt x="268" y="190"/>
                    <a:pt x="224" y="224"/>
                  </a:cubicBezTo>
                  <a:cubicBezTo>
                    <a:pt x="190" y="257"/>
                    <a:pt x="157" y="302"/>
                    <a:pt x="134" y="346"/>
                  </a:cubicBezTo>
                  <a:cubicBezTo>
                    <a:pt x="101" y="380"/>
                    <a:pt x="79" y="425"/>
                    <a:pt x="56" y="480"/>
                  </a:cubicBezTo>
                  <a:cubicBezTo>
                    <a:pt x="45" y="525"/>
                    <a:pt x="34" y="570"/>
                    <a:pt x="23" y="614"/>
                  </a:cubicBezTo>
                  <a:cubicBezTo>
                    <a:pt x="12" y="659"/>
                    <a:pt x="0" y="715"/>
                    <a:pt x="0" y="771"/>
                  </a:cubicBezTo>
                  <a:cubicBezTo>
                    <a:pt x="0" y="971"/>
                    <a:pt x="90" y="1161"/>
                    <a:pt x="224" y="1306"/>
                  </a:cubicBezTo>
                  <a:cubicBezTo>
                    <a:pt x="268" y="1340"/>
                    <a:pt x="302" y="1373"/>
                    <a:pt x="346" y="1407"/>
                  </a:cubicBezTo>
                  <a:cubicBezTo>
                    <a:pt x="391" y="1429"/>
                    <a:pt x="436" y="1451"/>
                    <a:pt x="480" y="1474"/>
                  </a:cubicBezTo>
                  <a:cubicBezTo>
                    <a:pt x="525" y="1496"/>
                    <a:pt x="570" y="1507"/>
                    <a:pt x="625" y="1518"/>
                  </a:cubicBezTo>
                  <a:cubicBezTo>
                    <a:pt x="670" y="1529"/>
                    <a:pt x="726" y="1529"/>
                    <a:pt x="770" y="1529"/>
                  </a:cubicBezTo>
                  <a:lnTo>
                    <a:pt x="782" y="1529"/>
                  </a:lnTo>
                  <a:cubicBezTo>
                    <a:pt x="1206" y="1529"/>
                    <a:pt x="1540" y="1183"/>
                    <a:pt x="1540" y="771"/>
                  </a:cubicBezTo>
                  <a:cubicBezTo>
                    <a:pt x="1540" y="715"/>
                    <a:pt x="1540" y="659"/>
                    <a:pt x="1529" y="614"/>
                  </a:cubicBezTo>
                  <a:cubicBezTo>
                    <a:pt x="1518" y="570"/>
                    <a:pt x="1507" y="525"/>
                    <a:pt x="1485" y="480"/>
                  </a:cubicBezTo>
                  <a:cubicBezTo>
                    <a:pt x="1462" y="425"/>
                    <a:pt x="1440" y="380"/>
                    <a:pt x="1418" y="346"/>
                  </a:cubicBezTo>
                  <a:cubicBezTo>
                    <a:pt x="1384" y="302"/>
                    <a:pt x="1351" y="257"/>
                    <a:pt x="1317" y="224"/>
                  </a:cubicBezTo>
                  <a:cubicBezTo>
                    <a:pt x="1176" y="75"/>
                    <a:pt x="980" y="1"/>
                    <a:pt x="7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3"/>
            <p:cNvSpPr/>
            <p:nvPr/>
          </p:nvSpPr>
          <p:spPr>
            <a:xfrm>
              <a:off x="-3648325" y="-2918425"/>
              <a:ext cx="523950" cy="509300"/>
            </a:xfrm>
            <a:custGeom>
              <a:avLst/>
              <a:gdLst/>
              <a:ahLst/>
              <a:cxnLst/>
              <a:rect l="l" t="t" r="r" b="b"/>
              <a:pathLst>
                <a:path w="20958" h="20372" extrusionOk="0">
                  <a:moveTo>
                    <a:pt x="19910" y="1"/>
                  </a:moveTo>
                  <a:cubicBezTo>
                    <a:pt x="19813" y="1"/>
                    <a:pt x="19712" y="19"/>
                    <a:pt x="19608" y="61"/>
                  </a:cubicBezTo>
                  <a:cubicBezTo>
                    <a:pt x="18839" y="384"/>
                    <a:pt x="19060" y="1540"/>
                    <a:pt x="19903" y="1545"/>
                  </a:cubicBezTo>
                  <a:lnTo>
                    <a:pt x="19903" y="1545"/>
                  </a:lnTo>
                  <a:cubicBezTo>
                    <a:pt x="20102" y="1544"/>
                    <a:pt x="20301" y="1466"/>
                    <a:pt x="20445" y="1311"/>
                  </a:cubicBezTo>
                  <a:cubicBezTo>
                    <a:pt x="20957" y="798"/>
                    <a:pt x="20539" y="1"/>
                    <a:pt x="19910" y="1"/>
                  </a:cubicBezTo>
                  <a:close/>
                  <a:moveTo>
                    <a:pt x="19903" y="1545"/>
                  </a:moveTo>
                  <a:cubicBezTo>
                    <a:pt x="19901" y="1545"/>
                    <a:pt x="19900" y="1545"/>
                    <a:pt x="19898" y="1545"/>
                  </a:cubicBezTo>
                  <a:lnTo>
                    <a:pt x="19909" y="1545"/>
                  </a:lnTo>
                  <a:cubicBezTo>
                    <a:pt x="19907" y="1545"/>
                    <a:pt x="19905" y="1545"/>
                    <a:pt x="19903" y="1545"/>
                  </a:cubicBezTo>
                  <a:close/>
                  <a:moveTo>
                    <a:pt x="16154" y="3769"/>
                  </a:moveTo>
                  <a:cubicBezTo>
                    <a:pt x="16056" y="3769"/>
                    <a:pt x="15952" y="3789"/>
                    <a:pt x="15847" y="3833"/>
                  </a:cubicBezTo>
                  <a:cubicBezTo>
                    <a:pt x="15067" y="4156"/>
                    <a:pt x="15299" y="5301"/>
                    <a:pt x="16131" y="5306"/>
                  </a:cubicBezTo>
                  <a:lnTo>
                    <a:pt x="16131" y="5306"/>
                  </a:lnTo>
                  <a:cubicBezTo>
                    <a:pt x="16341" y="5305"/>
                    <a:pt x="16540" y="5227"/>
                    <a:pt x="16684" y="5083"/>
                  </a:cubicBezTo>
                  <a:cubicBezTo>
                    <a:pt x="17194" y="4563"/>
                    <a:pt x="16774" y="3769"/>
                    <a:pt x="16154" y="3769"/>
                  </a:cubicBezTo>
                  <a:close/>
                  <a:moveTo>
                    <a:pt x="16131" y="5306"/>
                  </a:moveTo>
                  <a:cubicBezTo>
                    <a:pt x="16129" y="5306"/>
                    <a:pt x="16128" y="5306"/>
                    <a:pt x="16126" y="5306"/>
                  </a:cubicBezTo>
                  <a:lnTo>
                    <a:pt x="16137" y="5306"/>
                  </a:lnTo>
                  <a:cubicBezTo>
                    <a:pt x="16135" y="5306"/>
                    <a:pt x="16133" y="5306"/>
                    <a:pt x="16131" y="5306"/>
                  </a:cubicBezTo>
                  <a:close/>
                  <a:moveTo>
                    <a:pt x="12383" y="7530"/>
                  </a:moveTo>
                  <a:cubicBezTo>
                    <a:pt x="12285" y="7530"/>
                    <a:pt x="12181" y="7550"/>
                    <a:pt x="12075" y="7594"/>
                  </a:cubicBezTo>
                  <a:cubicBezTo>
                    <a:pt x="11307" y="7917"/>
                    <a:pt x="11527" y="9073"/>
                    <a:pt x="12370" y="9078"/>
                  </a:cubicBezTo>
                  <a:lnTo>
                    <a:pt x="12370" y="9078"/>
                  </a:lnTo>
                  <a:cubicBezTo>
                    <a:pt x="12569" y="9077"/>
                    <a:pt x="12768" y="8998"/>
                    <a:pt x="12912" y="8844"/>
                  </a:cubicBezTo>
                  <a:cubicBezTo>
                    <a:pt x="13423" y="8333"/>
                    <a:pt x="13009" y="7530"/>
                    <a:pt x="12383" y="7530"/>
                  </a:cubicBezTo>
                  <a:close/>
                  <a:moveTo>
                    <a:pt x="12370" y="9078"/>
                  </a:moveTo>
                  <a:cubicBezTo>
                    <a:pt x="12369" y="9078"/>
                    <a:pt x="12367" y="9078"/>
                    <a:pt x="12365" y="9078"/>
                  </a:cubicBezTo>
                  <a:lnTo>
                    <a:pt x="12376" y="9078"/>
                  </a:lnTo>
                  <a:cubicBezTo>
                    <a:pt x="12374" y="9078"/>
                    <a:pt x="12372" y="9078"/>
                    <a:pt x="12370" y="9078"/>
                  </a:cubicBezTo>
                  <a:close/>
                  <a:moveTo>
                    <a:pt x="8596" y="11293"/>
                  </a:moveTo>
                  <a:cubicBezTo>
                    <a:pt x="8415" y="11293"/>
                    <a:pt x="8227" y="11364"/>
                    <a:pt x="8058" y="11533"/>
                  </a:cubicBezTo>
                  <a:cubicBezTo>
                    <a:pt x="7578" y="12013"/>
                    <a:pt x="7924" y="12839"/>
                    <a:pt x="8604" y="12839"/>
                  </a:cubicBezTo>
                  <a:cubicBezTo>
                    <a:pt x="8805" y="12839"/>
                    <a:pt x="9006" y="12761"/>
                    <a:pt x="9151" y="12615"/>
                  </a:cubicBezTo>
                  <a:cubicBezTo>
                    <a:pt x="9699" y="12059"/>
                    <a:pt x="9190" y="11293"/>
                    <a:pt x="8596" y="11293"/>
                  </a:cubicBezTo>
                  <a:close/>
                  <a:moveTo>
                    <a:pt x="4844" y="15041"/>
                  </a:moveTo>
                  <a:cubicBezTo>
                    <a:pt x="4659" y="15041"/>
                    <a:pt x="4467" y="15116"/>
                    <a:pt x="4297" y="15294"/>
                  </a:cubicBezTo>
                  <a:cubicBezTo>
                    <a:pt x="3817" y="15785"/>
                    <a:pt x="4152" y="16611"/>
                    <a:pt x="4844" y="16611"/>
                  </a:cubicBezTo>
                  <a:cubicBezTo>
                    <a:pt x="5044" y="16611"/>
                    <a:pt x="5234" y="16521"/>
                    <a:pt x="5379" y="16376"/>
                  </a:cubicBezTo>
                  <a:cubicBezTo>
                    <a:pt x="5968" y="15830"/>
                    <a:pt x="5447" y="15041"/>
                    <a:pt x="4844" y="15041"/>
                  </a:cubicBezTo>
                  <a:close/>
                  <a:moveTo>
                    <a:pt x="1086" y="18834"/>
                  </a:moveTo>
                  <a:cubicBezTo>
                    <a:pt x="989" y="18834"/>
                    <a:pt x="886" y="18854"/>
                    <a:pt x="782" y="18898"/>
                  </a:cubicBezTo>
                  <a:cubicBezTo>
                    <a:pt x="0" y="19222"/>
                    <a:pt x="235" y="20371"/>
                    <a:pt x="1072" y="20371"/>
                  </a:cubicBezTo>
                  <a:cubicBezTo>
                    <a:pt x="1273" y="20371"/>
                    <a:pt x="1473" y="20293"/>
                    <a:pt x="1618" y="20148"/>
                  </a:cubicBezTo>
                  <a:cubicBezTo>
                    <a:pt x="2130" y="19637"/>
                    <a:pt x="1707" y="18834"/>
                    <a:pt x="1086" y="188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3"/>
            <p:cNvSpPr/>
            <p:nvPr/>
          </p:nvSpPr>
          <p:spPr>
            <a:xfrm>
              <a:off x="-3742350" y="-2353475"/>
              <a:ext cx="53025" cy="38650"/>
            </a:xfrm>
            <a:custGeom>
              <a:avLst/>
              <a:gdLst/>
              <a:ahLst/>
              <a:cxnLst/>
              <a:rect l="l" t="t" r="r" b="b"/>
              <a:pathLst>
                <a:path w="2121" h="1546" extrusionOk="0">
                  <a:moveTo>
                    <a:pt x="1073" y="1"/>
                  </a:moveTo>
                  <a:cubicBezTo>
                    <a:pt x="976" y="1"/>
                    <a:pt x="875" y="19"/>
                    <a:pt x="771" y="61"/>
                  </a:cubicBezTo>
                  <a:cubicBezTo>
                    <a:pt x="1" y="385"/>
                    <a:pt x="224" y="1545"/>
                    <a:pt x="1072" y="1545"/>
                  </a:cubicBezTo>
                  <a:cubicBezTo>
                    <a:pt x="1273" y="1545"/>
                    <a:pt x="1462" y="1456"/>
                    <a:pt x="1608" y="1322"/>
                  </a:cubicBezTo>
                  <a:cubicBezTo>
                    <a:pt x="2120" y="800"/>
                    <a:pt x="1702" y="1"/>
                    <a:pt x="10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3"/>
            <p:cNvSpPr/>
            <p:nvPr/>
          </p:nvSpPr>
          <p:spPr>
            <a:xfrm>
              <a:off x="-3719475" y="-2483300"/>
              <a:ext cx="547675" cy="547050"/>
            </a:xfrm>
            <a:custGeom>
              <a:avLst/>
              <a:gdLst/>
              <a:ahLst/>
              <a:cxnLst/>
              <a:rect l="l" t="t" r="r" b="b"/>
              <a:pathLst>
                <a:path w="21907" h="21882" extrusionOk="0">
                  <a:moveTo>
                    <a:pt x="21756" y="1"/>
                  </a:moveTo>
                  <a:cubicBezTo>
                    <a:pt x="21723" y="1"/>
                    <a:pt x="21689" y="15"/>
                    <a:pt x="21661" y="43"/>
                  </a:cubicBezTo>
                  <a:lnTo>
                    <a:pt x="56" y="21647"/>
                  </a:lnTo>
                  <a:cubicBezTo>
                    <a:pt x="1" y="21703"/>
                    <a:pt x="1" y="21781"/>
                    <a:pt x="56" y="21837"/>
                  </a:cubicBezTo>
                  <a:cubicBezTo>
                    <a:pt x="79" y="21870"/>
                    <a:pt x="112" y="21882"/>
                    <a:pt x="157" y="21882"/>
                  </a:cubicBezTo>
                  <a:cubicBezTo>
                    <a:pt x="190" y="21882"/>
                    <a:pt x="224" y="21870"/>
                    <a:pt x="257" y="21837"/>
                  </a:cubicBezTo>
                  <a:lnTo>
                    <a:pt x="21851" y="243"/>
                  </a:lnTo>
                  <a:cubicBezTo>
                    <a:pt x="21907" y="188"/>
                    <a:pt x="21907" y="98"/>
                    <a:pt x="21851" y="43"/>
                  </a:cubicBezTo>
                  <a:cubicBezTo>
                    <a:pt x="21823" y="15"/>
                    <a:pt x="21790" y="1"/>
                    <a:pt x="217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3"/>
            <p:cNvSpPr/>
            <p:nvPr/>
          </p:nvSpPr>
          <p:spPr>
            <a:xfrm>
              <a:off x="-3888525" y="-2128825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3"/>
            <p:cNvSpPr/>
            <p:nvPr/>
          </p:nvSpPr>
          <p:spPr>
            <a:xfrm>
              <a:off x="-3626300" y="-1680825"/>
              <a:ext cx="184175" cy="158025"/>
            </a:xfrm>
            <a:custGeom>
              <a:avLst/>
              <a:gdLst/>
              <a:ahLst/>
              <a:cxnLst/>
              <a:rect l="l" t="t" r="r" b="b"/>
              <a:pathLst>
                <a:path w="7367" h="6321" extrusionOk="0">
                  <a:moveTo>
                    <a:pt x="4219" y="295"/>
                  </a:moveTo>
                  <a:cubicBezTo>
                    <a:pt x="5804" y="295"/>
                    <a:pt x="7087" y="1578"/>
                    <a:pt x="7087" y="3163"/>
                  </a:cubicBezTo>
                  <a:cubicBezTo>
                    <a:pt x="7087" y="4901"/>
                    <a:pt x="5670" y="6050"/>
                    <a:pt x="4190" y="6050"/>
                  </a:cubicBezTo>
                  <a:cubicBezTo>
                    <a:pt x="3484" y="6050"/>
                    <a:pt x="2764" y="5789"/>
                    <a:pt x="2177" y="5205"/>
                  </a:cubicBezTo>
                  <a:cubicBezTo>
                    <a:pt x="369" y="3386"/>
                    <a:pt x="1653" y="295"/>
                    <a:pt x="4219" y="295"/>
                  </a:cubicBezTo>
                  <a:close/>
                  <a:moveTo>
                    <a:pt x="4193" y="1"/>
                  </a:moveTo>
                  <a:cubicBezTo>
                    <a:pt x="3419" y="1"/>
                    <a:pt x="2630" y="289"/>
                    <a:pt x="1987" y="931"/>
                  </a:cubicBezTo>
                  <a:cubicBezTo>
                    <a:pt x="1" y="2928"/>
                    <a:pt x="1407" y="6321"/>
                    <a:pt x="4219" y="6321"/>
                  </a:cubicBezTo>
                  <a:cubicBezTo>
                    <a:pt x="5960" y="6321"/>
                    <a:pt x="7366" y="4904"/>
                    <a:pt x="7366" y="3163"/>
                  </a:cubicBezTo>
                  <a:cubicBezTo>
                    <a:pt x="7366" y="1260"/>
                    <a:pt x="5813" y="1"/>
                    <a:pt x="41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3"/>
            <p:cNvSpPr/>
            <p:nvPr/>
          </p:nvSpPr>
          <p:spPr>
            <a:xfrm>
              <a:off x="-3559050" y="-1636200"/>
              <a:ext cx="76175" cy="68900"/>
            </a:xfrm>
            <a:custGeom>
              <a:avLst/>
              <a:gdLst/>
              <a:ahLst/>
              <a:cxnLst/>
              <a:rect l="l" t="t" r="r" b="b"/>
              <a:pathLst>
                <a:path w="3047" h="2756" extrusionOk="0">
                  <a:moveTo>
                    <a:pt x="1516" y="0"/>
                  </a:moveTo>
                  <a:cubicBezTo>
                    <a:pt x="891" y="0"/>
                    <a:pt x="331" y="427"/>
                    <a:pt x="179" y="1065"/>
                  </a:cubicBezTo>
                  <a:cubicBezTo>
                    <a:pt x="0" y="1802"/>
                    <a:pt x="469" y="2550"/>
                    <a:pt x="1206" y="2717"/>
                  </a:cubicBezTo>
                  <a:cubicBezTo>
                    <a:pt x="1315" y="2743"/>
                    <a:pt x="1424" y="2756"/>
                    <a:pt x="1531" y="2756"/>
                  </a:cubicBezTo>
                  <a:cubicBezTo>
                    <a:pt x="2157" y="2756"/>
                    <a:pt x="2716" y="2329"/>
                    <a:pt x="2868" y="1690"/>
                  </a:cubicBezTo>
                  <a:cubicBezTo>
                    <a:pt x="3047" y="954"/>
                    <a:pt x="2578" y="206"/>
                    <a:pt x="1842" y="39"/>
                  </a:cubicBezTo>
                  <a:cubicBezTo>
                    <a:pt x="1732" y="13"/>
                    <a:pt x="1623" y="0"/>
                    <a:pt x="1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3"/>
            <p:cNvSpPr/>
            <p:nvPr/>
          </p:nvSpPr>
          <p:spPr>
            <a:xfrm>
              <a:off x="-3151175" y="-2605875"/>
              <a:ext cx="752125" cy="750250"/>
            </a:xfrm>
            <a:custGeom>
              <a:avLst/>
              <a:gdLst/>
              <a:ahLst/>
              <a:cxnLst/>
              <a:rect l="l" t="t" r="r" b="b"/>
              <a:pathLst>
                <a:path w="30085" h="30010" extrusionOk="0">
                  <a:moveTo>
                    <a:pt x="29888" y="0"/>
                  </a:moveTo>
                  <a:cubicBezTo>
                    <a:pt x="29858" y="0"/>
                    <a:pt x="29826" y="11"/>
                    <a:pt x="29796" y="35"/>
                  </a:cubicBezTo>
                  <a:lnTo>
                    <a:pt x="56" y="29764"/>
                  </a:lnTo>
                  <a:cubicBezTo>
                    <a:pt x="1" y="29820"/>
                    <a:pt x="1" y="29909"/>
                    <a:pt x="56" y="29965"/>
                  </a:cubicBezTo>
                  <a:cubicBezTo>
                    <a:pt x="79" y="29987"/>
                    <a:pt x="123" y="30010"/>
                    <a:pt x="157" y="30010"/>
                  </a:cubicBezTo>
                  <a:cubicBezTo>
                    <a:pt x="190" y="30010"/>
                    <a:pt x="235" y="29987"/>
                    <a:pt x="257" y="29965"/>
                  </a:cubicBezTo>
                  <a:lnTo>
                    <a:pt x="29997" y="236"/>
                  </a:lnTo>
                  <a:cubicBezTo>
                    <a:pt x="30084" y="132"/>
                    <a:pt x="29995" y="0"/>
                    <a:pt x="2988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3"/>
            <p:cNvSpPr/>
            <p:nvPr/>
          </p:nvSpPr>
          <p:spPr>
            <a:xfrm>
              <a:off x="-2704800" y="-2461050"/>
              <a:ext cx="155150" cy="155150"/>
            </a:xfrm>
            <a:custGeom>
              <a:avLst/>
              <a:gdLst/>
              <a:ahLst/>
              <a:cxnLst/>
              <a:rect l="l" t="t" r="r" b="b"/>
              <a:pathLst>
                <a:path w="6206" h="6206" extrusionOk="0">
                  <a:moveTo>
                    <a:pt x="6150" y="1"/>
                  </a:moveTo>
                  <a:lnTo>
                    <a:pt x="1" y="6150"/>
                  </a:lnTo>
                  <a:lnTo>
                    <a:pt x="1396" y="6205"/>
                  </a:lnTo>
                  <a:lnTo>
                    <a:pt x="6205" y="1396"/>
                  </a:lnTo>
                  <a:lnTo>
                    <a:pt x="615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3"/>
            <p:cNvSpPr/>
            <p:nvPr/>
          </p:nvSpPr>
          <p:spPr>
            <a:xfrm>
              <a:off x="-2435025" y="-2631025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1" y="1"/>
                  </a:moveTo>
                  <a:cubicBezTo>
                    <a:pt x="961" y="1"/>
                    <a:pt x="671" y="110"/>
                    <a:pt x="447" y="327"/>
                  </a:cubicBezTo>
                  <a:cubicBezTo>
                    <a:pt x="1" y="774"/>
                    <a:pt x="1" y="1499"/>
                    <a:pt x="447" y="1945"/>
                  </a:cubicBezTo>
                  <a:cubicBezTo>
                    <a:pt x="671" y="2163"/>
                    <a:pt x="961" y="2272"/>
                    <a:pt x="1251" y="2272"/>
                  </a:cubicBezTo>
                  <a:cubicBezTo>
                    <a:pt x="1541" y="2272"/>
                    <a:pt x="1831" y="2163"/>
                    <a:pt x="2054" y="1945"/>
                  </a:cubicBezTo>
                  <a:cubicBezTo>
                    <a:pt x="2501" y="1499"/>
                    <a:pt x="2501" y="774"/>
                    <a:pt x="2054" y="327"/>
                  </a:cubicBezTo>
                  <a:cubicBezTo>
                    <a:pt x="1831" y="110"/>
                    <a:pt x="1541" y="1"/>
                    <a:pt x="12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3"/>
            <p:cNvSpPr/>
            <p:nvPr/>
          </p:nvSpPr>
          <p:spPr>
            <a:xfrm>
              <a:off x="-3175450" y="-1887725"/>
              <a:ext cx="56675" cy="56925"/>
            </a:xfrm>
            <a:custGeom>
              <a:avLst/>
              <a:gdLst/>
              <a:ahLst/>
              <a:cxnLst/>
              <a:rect l="l" t="t" r="r" b="b"/>
              <a:pathLst>
                <a:path w="2267" h="2277" extrusionOk="0">
                  <a:moveTo>
                    <a:pt x="1139" y="0"/>
                  </a:moveTo>
                  <a:cubicBezTo>
                    <a:pt x="503" y="0"/>
                    <a:pt x="1" y="514"/>
                    <a:pt x="1" y="1139"/>
                  </a:cubicBezTo>
                  <a:cubicBezTo>
                    <a:pt x="1" y="1764"/>
                    <a:pt x="503" y="2277"/>
                    <a:pt x="1139" y="2277"/>
                  </a:cubicBezTo>
                  <a:cubicBezTo>
                    <a:pt x="1764" y="2277"/>
                    <a:pt x="2266" y="1764"/>
                    <a:pt x="2266" y="1139"/>
                  </a:cubicBezTo>
                  <a:cubicBezTo>
                    <a:pt x="2266" y="514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" name="Google Shape;95;p3"/>
          <p:cNvGrpSpPr/>
          <p:nvPr/>
        </p:nvGrpSpPr>
        <p:grpSpPr>
          <a:xfrm flipH="1">
            <a:off x="579363" y="3923368"/>
            <a:ext cx="1938846" cy="1720830"/>
            <a:chOff x="-1873362" y="2120543"/>
            <a:chExt cx="1938846" cy="1720830"/>
          </a:xfrm>
        </p:grpSpPr>
        <p:sp>
          <p:nvSpPr>
            <p:cNvPr id="96" name="Google Shape;96;p3"/>
            <p:cNvSpPr/>
            <p:nvPr/>
          </p:nvSpPr>
          <p:spPr>
            <a:xfrm>
              <a:off x="-1603307" y="2348270"/>
              <a:ext cx="752952" cy="979890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3"/>
            <p:cNvSpPr/>
            <p:nvPr/>
          </p:nvSpPr>
          <p:spPr>
            <a:xfrm>
              <a:off x="-880956" y="2326262"/>
              <a:ext cx="54822" cy="49978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3"/>
            <p:cNvSpPr/>
            <p:nvPr/>
          </p:nvSpPr>
          <p:spPr>
            <a:xfrm>
              <a:off x="-1248116" y="2840637"/>
              <a:ext cx="136036" cy="135772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3"/>
            <p:cNvSpPr/>
            <p:nvPr/>
          </p:nvSpPr>
          <p:spPr>
            <a:xfrm>
              <a:off x="-1524768" y="2679196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3"/>
            <p:cNvSpPr/>
            <p:nvPr/>
          </p:nvSpPr>
          <p:spPr>
            <a:xfrm>
              <a:off x="-906383" y="2657342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3"/>
            <p:cNvSpPr/>
            <p:nvPr/>
          </p:nvSpPr>
          <p:spPr>
            <a:xfrm>
              <a:off x="-1252039" y="2304737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3"/>
            <p:cNvSpPr/>
            <p:nvPr/>
          </p:nvSpPr>
          <p:spPr>
            <a:xfrm>
              <a:off x="-1042397" y="2282795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3"/>
            <p:cNvSpPr/>
            <p:nvPr/>
          </p:nvSpPr>
          <p:spPr>
            <a:xfrm>
              <a:off x="-1275516" y="2516813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3"/>
            <p:cNvSpPr/>
            <p:nvPr/>
          </p:nvSpPr>
          <p:spPr>
            <a:xfrm>
              <a:off x="-1067824" y="3161765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3"/>
            <p:cNvSpPr/>
            <p:nvPr/>
          </p:nvSpPr>
          <p:spPr>
            <a:xfrm>
              <a:off x="-676683" y="3289011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3"/>
            <p:cNvSpPr/>
            <p:nvPr/>
          </p:nvSpPr>
          <p:spPr>
            <a:xfrm>
              <a:off x="-429382" y="3134825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3"/>
            <p:cNvSpPr/>
            <p:nvPr/>
          </p:nvSpPr>
          <p:spPr>
            <a:xfrm>
              <a:off x="-1089349" y="3791702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3"/>
            <p:cNvSpPr/>
            <p:nvPr/>
          </p:nvSpPr>
          <p:spPr>
            <a:xfrm>
              <a:off x="-864538" y="307949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3"/>
            <p:cNvSpPr/>
            <p:nvPr/>
          </p:nvSpPr>
          <p:spPr>
            <a:xfrm>
              <a:off x="-1492721" y="3169086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3"/>
            <p:cNvSpPr/>
            <p:nvPr/>
          </p:nvSpPr>
          <p:spPr>
            <a:xfrm>
              <a:off x="-1581278" y="3795976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3"/>
            <p:cNvSpPr/>
            <p:nvPr/>
          </p:nvSpPr>
          <p:spPr>
            <a:xfrm>
              <a:off x="-1873362" y="2939014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3"/>
            <p:cNvSpPr/>
            <p:nvPr/>
          </p:nvSpPr>
          <p:spPr>
            <a:xfrm>
              <a:off x="-414717" y="2120543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3"/>
            <p:cNvSpPr/>
            <p:nvPr/>
          </p:nvSpPr>
          <p:spPr>
            <a:xfrm>
              <a:off x="-287757" y="2820734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3"/>
            <p:cNvSpPr/>
            <p:nvPr/>
          </p:nvSpPr>
          <p:spPr>
            <a:xfrm>
              <a:off x="-221208" y="2878778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" name="Google Shape;115;p3"/>
          <p:cNvGrpSpPr/>
          <p:nvPr/>
        </p:nvGrpSpPr>
        <p:grpSpPr>
          <a:xfrm flipH="1">
            <a:off x="-1155987" y="-338232"/>
            <a:ext cx="1938846" cy="1720830"/>
            <a:chOff x="-1873362" y="2120543"/>
            <a:chExt cx="1938846" cy="1720830"/>
          </a:xfrm>
        </p:grpSpPr>
        <p:sp>
          <p:nvSpPr>
            <p:cNvPr id="116" name="Google Shape;116;p3"/>
            <p:cNvSpPr/>
            <p:nvPr/>
          </p:nvSpPr>
          <p:spPr>
            <a:xfrm>
              <a:off x="-1603307" y="2348270"/>
              <a:ext cx="752952" cy="979890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3"/>
            <p:cNvSpPr/>
            <p:nvPr/>
          </p:nvSpPr>
          <p:spPr>
            <a:xfrm>
              <a:off x="-880956" y="2326262"/>
              <a:ext cx="54822" cy="49978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3"/>
            <p:cNvSpPr/>
            <p:nvPr/>
          </p:nvSpPr>
          <p:spPr>
            <a:xfrm>
              <a:off x="-1248116" y="2840637"/>
              <a:ext cx="136036" cy="135772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3"/>
            <p:cNvSpPr/>
            <p:nvPr/>
          </p:nvSpPr>
          <p:spPr>
            <a:xfrm>
              <a:off x="-1524768" y="2679196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3"/>
            <p:cNvSpPr/>
            <p:nvPr/>
          </p:nvSpPr>
          <p:spPr>
            <a:xfrm>
              <a:off x="-906383" y="2657342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3"/>
            <p:cNvSpPr/>
            <p:nvPr/>
          </p:nvSpPr>
          <p:spPr>
            <a:xfrm>
              <a:off x="-1252039" y="2304737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3"/>
            <p:cNvSpPr/>
            <p:nvPr/>
          </p:nvSpPr>
          <p:spPr>
            <a:xfrm>
              <a:off x="-1042397" y="2282795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3"/>
            <p:cNvSpPr/>
            <p:nvPr/>
          </p:nvSpPr>
          <p:spPr>
            <a:xfrm>
              <a:off x="-1275516" y="2516813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3"/>
            <p:cNvSpPr/>
            <p:nvPr/>
          </p:nvSpPr>
          <p:spPr>
            <a:xfrm>
              <a:off x="-1067824" y="3161765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3"/>
            <p:cNvSpPr/>
            <p:nvPr/>
          </p:nvSpPr>
          <p:spPr>
            <a:xfrm>
              <a:off x="-676683" y="3289011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3"/>
            <p:cNvSpPr/>
            <p:nvPr/>
          </p:nvSpPr>
          <p:spPr>
            <a:xfrm>
              <a:off x="-429382" y="3134825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3"/>
            <p:cNvSpPr/>
            <p:nvPr/>
          </p:nvSpPr>
          <p:spPr>
            <a:xfrm>
              <a:off x="-1089349" y="3791702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3"/>
            <p:cNvSpPr/>
            <p:nvPr/>
          </p:nvSpPr>
          <p:spPr>
            <a:xfrm>
              <a:off x="-864538" y="307949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3"/>
            <p:cNvSpPr/>
            <p:nvPr/>
          </p:nvSpPr>
          <p:spPr>
            <a:xfrm>
              <a:off x="-1492721" y="3169086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3"/>
            <p:cNvSpPr/>
            <p:nvPr/>
          </p:nvSpPr>
          <p:spPr>
            <a:xfrm>
              <a:off x="-1581278" y="3795976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3"/>
            <p:cNvSpPr/>
            <p:nvPr/>
          </p:nvSpPr>
          <p:spPr>
            <a:xfrm>
              <a:off x="-1873362" y="2939014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3"/>
            <p:cNvSpPr/>
            <p:nvPr/>
          </p:nvSpPr>
          <p:spPr>
            <a:xfrm>
              <a:off x="-414717" y="2120543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3"/>
            <p:cNvSpPr/>
            <p:nvPr/>
          </p:nvSpPr>
          <p:spPr>
            <a:xfrm>
              <a:off x="-287757" y="2820734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3"/>
            <p:cNvSpPr/>
            <p:nvPr/>
          </p:nvSpPr>
          <p:spPr>
            <a:xfrm>
              <a:off x="-221208" y="2878778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2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3"/>
          <p:cNvSpPr txBox="1">
            <a:spLocks noGrp="1"/>
          </p:cNvSpPr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2" name="Google Shape;422;p13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033550" y="1377577"/>
            <a:ext cx="9405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4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23" name="Google Shape;423;p13"/>
          <p:cNvSpPr txBox="1">
            <a:spLocks noGrp="1"/>
          </p:cNvSpPr>
          <p:nvPr>
            <p:ph type="subTitle" idx="1"/>
          </p:nvPr>
        </p:nvSpPr>
        <p:spPr>
          <a:xfrm>
            <a:off x="1033550" y="2480675"/>
            <a:ext cx="2636100" cy="381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4" name="Google Shape;424;p13"/>
          <p:cNvSpPr txBox="1">
            <a:spLocks noGrp="1"/>
          </p:cNvSpPr>
          <p:nvPr>
            <p:ph type="subTitle" idx="3"/>
          </p:nvPr>
        </p:nvSpPr>
        <p:spPr>
          <a:xfrm>
            <a:off x="1033550" y="1945416"/>
            <a:ext cx="31929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5" name="Google Shape;425;p13"/>
          <p:cNvSpPr txBox="1">
            <a:spLocks noGrp="1"/>
          </p:cNvSpPr>
          <p:nvPr>
            <p:ph type="title" idx="4" hasCustomPrompt="1"/>
          </p:nvPr>
        </p:nvSpPr>
        <p:spPr>
          <a:xfrm flipH="1">
            <a:off x="1033525" y="3039450"/>
            <a:ext cx="9405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4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26" name="Google Shape;426;p13"/>
          <p:cNvSpPr txBox="1">
            <a:spLocks noGrp="1"/>
          </p:cNvSpPr>
          <p:nvPr>
            <p:ph type="subTitle" idx="5"/>
          </p:nvPr>
        </p:nvSpPr>
        <p:spPr>
          <a:xfrm>
            <a:off x="1033550" y="4167677"/>
            <a:ext cx="2636100" cy="381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7" name="Google Shape;427;p13"/>
          <p:cNvSpPr txBox="1">
            <a:spLocks noGrp="1"/>
          </p:cNvSpPr>
          <p:nvPr>
            <p:ph type="subTitle" idx="6"/>
          </p:nvPr>
        </p:nvSpPr>
        <p:spPr>
          <a:xfrm>
            <a:off x="1033550" y="3613450"/>
            <a:ext cx="31929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8" name="Google Shape;428;p13"/>
          <p:cNvSpPr txBox="1">
            <a:spLocks noGrp="1"/>
          </p:cNvSpPr>
          <p:nvPr>
            <p:ph type="title" idx="7" hasCustomPrompt="1"/>
          </p:nvPr>
        </p:nvSpPr>
        <p:spPr>
          <a:xfrm flipH="1">
            <a:off x="7169950" y="1377578"/>
            <a:ext cx="9405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4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29" name="Google Shape;429;p13"/>
          <p:cNvSpPr txBox="1">
            <a:spLocks noGrp="1"/>
          </p:cNvSpPr>
          <p:nvPr>
            <p:ph type="subTitle" idx="8"/>
          </p:nvPr>
        </p:nvSpPr>
        <p:spPr>
          <a:xfrm>
            <a:off x="5474325" y="2480675"/>
            <a:ext cx="2636100" cy="381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0" name="Google Shape;430;p13"/>
          <p:cNvSpPr txBox="1">
            <a:spLocks noGrp="1"/>
          </p:cNvSpPr>
          <p:nvPr>
            <p:ph type="subTitle" idx="9"/>
          </p:nvPr>
        </p:nvSpPr>
        <p:spPr>
          <a:xfrm>
            <a:off x="4917550" y="1945416"/>
            <a:ext cx="31929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13"/>
          <p:cNvSpPr txBox="1">
            <a:spLocks noGrp="1"/>
          </p:cNvSpPr>
          <p:nvPr>
            <p:ph type="title" idx="13" hasCustomPrompt="1"/>
          </p:nvPr>
        </p:nvSpPr>
        <p:spPr>
          <a:xfrm flipH="1">
            <a:off x="7169950" y="3039450"/>
            <a:ext cx="9405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4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432" name="Google Shape;432;p13"/>
          <p:cNvSpPr txBox="1">
            <a:spLocks noGrp="1"/>
          </p:cNvSpPr>
          <p:nvPr>
            <p:ph type="subTitle" idx="14"/>
          </p:nvPr>
        </p:nvSpPr>
        <p:spPr>
          <a:xfrm>
            <a:off x="5474325" y="4167677"/>
            <a:ext cx="2636100" cy="381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3" name="Google Shape;433;p13"/>
          <p:cNvSpPr txBox="1">
            <a:spLocks noGrp="1"/>
          </p:cNvSpPr>
          <p:nvPr>
            <p:ph type="subTitle" idx="15"/>
          </p:nvPr>
        </p:nvSpPr>
        <p:spPr>
          <a:xfrm>
            <a:off x="4917550" y="3613450"/>
            <a:ext cx="31929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grpSp>
        <p:nvGrpSpPr>
          <p:cNvPr id="434" name="Google Shape;434;p13"/>
          <p:cNvGrpSpPr/>
          <p:nvPr/>
        </p:nvGrpSpPr>
        <p:grpSpPr>
          <a:xfrm>
            <a:off x="-969899" y="3989306"/>
            <a:ext cx="1803578" cy="1558580"/>
            <a:chOff x="-969899" y="3989306"/>
            <a:chExt cx="1803578" cy="1558580"/>
          </a:xfrm>
        </p:grpSpPr>
        <p:grpSp>
          <p:nvGrpSpPr>
            <p:cNvPr id="435" name="Google Shape;435;p13"/>
            <p:cNvGrpSpPr/>
            <p:nvPr/>
          </p:nvGrpSpPr>
          <p:grpSpPr>
            <a:xfrm>
              <a:off x="-699845" y="4032775"/>
              <a:ext cx="777174" cy="1001897"/>
              <a:chOff x="-699845" y="4032775"/>
              <a:chExt cx="777174" cy="1001897"/>
            </a:xfrm>
          </p:grpSpPr>
          <p:sp>
            <p:nvSpPr>
              <p:cNvPr id="436" name="Google Shape;436;p13"/>
              <p:cNvSpPr/>
              <p:nvPr/>
            </p:nvSpPr>
            <p:spPr>
              <a:xfrm>
                <a:off x="-699845" y="4054782"/>
                <a:ext cx="752952" cy="979890"/>
              </a:xfrm>
              <a:custGeom>
                <a:avLst/>
                <a:gdLst/>
                <a:ahLst/>
                <a:cxnLst/>
                <a:rect l="l" t="t" r="r" b="b"/>
                <a:pathLst>
                  <a:path w="34350" h="44703" extrusionOk="0">
                    <a:moveTo>
                      <a:pt x="34205" y="1"/>
                    </a:moveTo>
                    <a:cubicBezTo>
                      <a:pt x="34169" y="1"/>
                      <a:pt x="34132" y="15"/>
                      <a:pt x="34104" y="43"/>
                    </a:cubicBezTo>
                    <a:lnTo>
                      <a:pt x="23425" y="10722"/>
                    </a:lnTo>
                    <a:cubicBezTo>
                      <a:pt x="23402" y="10745"/>
                      <a:pt x="23391" y="10778"/>
                      <a:pt x="23391" y="10823"/>
                    </a:cubicBezTo>
                    <a:lnTo>
                      <a:pt x="23391" y="21168"/>
                    </a:lnTo>
                    <a:lnTo>
                      <a:pt x="90" y="44468"/>
                    </a:lnTo>
                    <a:cubicBezTo>
                      <a:pt x="1" y="44558"/>
                      <a:pt x="68" y="44703"/>
                      <a:pt x="191" y="44703"/>
                    </a:cubicBezTo>
                    <a:cubicBezTo>
                      <a:pt x="224" y="44703"/>
                      <a:pt x="258" y="44692"/>
                      <a:pt x="291" y="44669"/>
                    </a:cubicBezTo>
                    <a:lnTo>
                      <a:pt x="23626" y="21324"/>
                    </a:lnTo>
                    <a:cubicBezTo>
                      <a:pt x="23648" y="21301"/>
                      <a:pt x="23670" y="21257"/>
                      <a:pt x="23670" y="21223"/>
                    </a:cubicBezTo>
                    <a:lnTo>
                      <a:pt x="23670" y="10879"/>
                    </a:lnTo>
                    <a:lnTo>
                      <a:pt x="34305" y="244"/>
                    </a:lnTo>
                    <a:cubicBezTo>
                      <a:pt x="34350" y="188"/>
                      <a:pt x="34350" y="98"/>
                      <a:pt x="34305" y="43"/>
                    </a:cubicBezTo>
                    <a:cubicBezTo>
                      <a:pt x="34277" y="15"/>
                      <a:pt x="34241" y="1"/>
                      <a:pt x="3420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Google Shape;437;p13"/>
              <p:cNvSpPr/>
              <p:nvPr/>
            </p:nvSpPr>
            <p:spPr>
              <a:xfrm>
                <a:off x="22507" y="4032775"/>
                <a:ext cx="54822" cy="49978"/>
              </a:xfrm>
              <a:custGeom>
                <a:avLst/>
                <a:gdLst/>
                <a:ahLst/>
                <a:cxnLst/>
                <a:rect l="l" t="t" r="r" b="b"/>
                <a:pathLst>
                  <a:path w="2501" h="2280" extrusionOk="0">
                    <a:moveTo>
                      <a:pt x="1248" y="0"/>
                    </a:moveTo>
                    <a:cubicBezTo>
                      <a:pt x="738" y="0"/>
                      <a:pt x="270" y="354"/>
                      <a:pt x="146" y="879"/>
                    </a:cubicBezTo>
                    <a:cubicBezTo>
                      <a:pt x="1" y="1493"/>
                      <a:pt x="380" y="2107"/>
                      <a:pt x="994" y="2252"/>
                    </a:cubicBezTo>
                    <a:cubicBezTo>
                      <a:pt x="1077" y="2270"/>
                      <a:pt x="1161" y="2279"/>
                      <a:pt x="1243" y="2279"/>
                    </a:cubicBezTo>
                    <a:cubicBezTo>
                      <a:pt x="1757" y="2279"/>
                      <a:pt x="2231" y="1933"/>
                      <a:pt x="2356" y="1404"/>
                    </a:cubicBezTo>
                    <a:cubicBezTo>
                      <a:pt x="2501" y="790"/>
                      <a:pt x="2121" y="176"/>
                      <a:pt x="1507" y="31"/>
                    </a:cubicBezTo>
                    <a:cubicBezTo>
                      <a:pt x="1421" y="10"/>
                      <a:pt x="1334" y="0"/>
                      <a:pt x="124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Google Shape;438;p13"/>
              <p:cNvSpPr/>
              <p:nvPr/>
            </p:nvSpPr>
            <p:spPr>
              <a:xfrm>
                <a:off x="-344653" y="4547149"/>
                <a:ext cx="136036" cy="135772"/>
              </a:xfrm>
              <a:custGeom>
                <a:avLst/>
                <a:gdLst/>
                <a:ahLst/>
                <a:cxnLst/>
                <a:rect l="l" t="t" r="r" b="b"/>
                <a:pathLst>
                  <a:path w="6206" h="6194" extrusionOk="0">
                    <a:moveTo>
                      <a:pt x="6149" y="0"/>
                    </a:moveTo>
                    <a:lnTo>
                      <a:pt x="1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4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39" name="Google Shape;439;p13"/>
            <p:cNvSpPr/>
            <p:nvPr/>
          </p:nvSpPr>
          <p:spPr>
            <a:xfrm>
              <a:off x="-621306" y="4385709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>
            <a:xfrm>
              <a:off x="-2920" y="4363854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>
            <a:xfrm>
              <a:off x="-348577" y="4011249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>
            <a:xfrm>
              <a:off x="-138934" y="3989307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>
            <a:xfrm>
              <a:off x="-372053" y="4223325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13"/>
            <p:cNvSpPr/>
            <p:nvPr/>
          </p:nvSpPr>
          <p:spPr>
            <a:xfrm>
              <a:off x="-164361" y="4868277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13"/>
            <p:cNvSpPr/>
            <p:nvPr/>
          </p:nvSpPr>
          <p:spPr>
            <a:xfrm>
              <a:off x="226779" y="4995523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13"/>
            <p:cNvSpPr/>
            <p:nvPr/>
          </p:nvSpPr>
          <p:spPr>
            <a:xfrm>
              <a:off x="474081" y="4841338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13"/>
            <p:cNvSpPr/>
            <p:nvPr/>
          </p:nvSpPr>
          <p:spPr>
            <a:xfrm>
              <a:off x="-185887" y="5498214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13"/>
            <p:cNvSpPr/>
            <p:nvPr/>
          </p:nvSpPr>
          <p:spPr>
            <a:xfrm>
              <a:off x="38925" y="4786012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13"/>
            <p:cNvSpPr/>
            <p:nvPr/>
          </p:nvSpPr>
          <p:spPr>
            <a:xfrm>
              <a:off x="-589259" y="4875599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13"/>
            <p:cNvSpPr/>
            <p:nvPr/>
          </p:nvSpPr>
          <p:spPr>
            <a:xfrm>
              <a:off x="-677815" y="5502489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13"/>
            <p:cNvSpPr/>
            <p:nvPr/>
          </p:nvSpPr>
          <p:spPr>
            <a:xfrm>
              <a:off x="-969899" y="4645526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13"/>
            <p:cNvSpPr/>
            <p:nvPr/>
          </p:nvSpPr>
          <p:spPr>
            <a:xfrm>
              <a:off x="289933" y="3989306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13"/>
            <p:cNvSpPr/>
            <p:nvPr/>
          </p:nvSpPr>
          <p:spPr>
            <a:xfrm>
              <a:off x="615706" y="4527246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13"/>
            <p:cNvSpPr/>
            <p:nvPr/>
          </p:nvSpPr>
          <p:spPr>
            <a:xfrm>
              <a:off x="682255" y="4585290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" name="Google Shape;455;p13"/>
          <p:cNvGrpSpPr/>
          <p:nvPr/>
        </p:nvGrpSpPr>
        <p:grpSpPr>
          <a:xfrm flipH="1">
            <a:off x="-74415" y="391900"/>
            <a:ext cx="1040638" cy="901375"/>
            <a:chOff x="948060" y="3972813"/>
            <a:chExt cx="1040638" cy="901375"/>
          </a:xfrm>
        </p:grpSpPr>
        <p:grpSp>
          <p:nvGrpSpPr>
            <p:cNvPr id="456" name="Google Shape;456;p13"/>
            <p:cNvGrpSpPr/>
            <p:nvPr/>
          </p:nvGrpSpPr>
          <p:grpSpPr>
            <a:xfrm flipH="1">
              <a:off x="948060" y="3972813"/>
              <a:ext cx="716725" cy="901375"/>
              <a:chOff x="-3888525" y="-2483300"/>
              <a:chExt cx="716725" cy="901375"/>
            </a:xfrm>
          </p:grpSpPr>
          <p:sp>
            <p:nvSpPr>
              <p:cNvPr id="457" name="Google Shape;457;p13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458;p13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59" name="Google Shape;459;p13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460" name="Google Shape;460;p13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Google Shape;461;p13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Google Shape;462;p13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63" name="Google Shape;463;p13"/>
          <p:cNvGrpSpPr/>
          <p:nvPr/>
        </p:nvGrpSpPr>
        <p:grpSpPr>
          <a:xfrm>
            <a:off x="8530769" y="1433443"/>
            <a:ext cx="1019565" cy="1290805"/>
            <a:chOff x="-4017975" y="-49702"/>
            <a:chExt cx="1162825" cy="1472177"/>
          </a:xfrm>
        </p:grpSpPr>
        <p:sp>
          <p:nvSpPr>
            <p:cNvPr id="464" name="Google Shape;464;p13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13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13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13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13"/>
            <p:cNvSpPr/>
            <p:nvPr/>
          </p:nvSpPr>
          <p:spPr>
            <a:xfrm>
              <a:off x="-3633259" y="-49702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13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13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4_1"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6"/>
          <p:cNvSpPr txBox="1">
            <a:spLocks noGrp="1"/>
          </p:cNvSpPr>
          <p:nvPr>
            <p:ph type="title"/>
          </p:nvPr>
        </p:nvSpPr>
        <p:spPr>
          <a:xfrm>
            <a:off x="782850" y="556250"/>
            <a:ext cx="7578300" cy="4956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526" name="Google Shape;526;p16"/>
          <p:cNvGrpSpPr/>
          <p:nvPr/>
        </p:nvGrpSpPr>
        <p:grpSpPr>
          <a:xfrm>
            <a:off x="7771338" y="4403813"/>
            <a:ext cx="1040638" cy="901375"/>
            <a:chOff x="8457538" y="810363"/>
            <a:chExt cx="1040638" cy="901375"/>
          </a:xfrm>
        </p:grpSpPr>
        <p:grpSp>
          <p:nvGrpSpPr>
            <p:cNvPr id="527" name="Google Shape;527;p16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528" name="Google Shape;528;p16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16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30" name="Google Shape;530;p16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531" name="Google Shape;531;p16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16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16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34" name="Google Shape;534;p16"/>
          <p:cNvGrpSpPr/>
          <p:nvPr/>
        </p:nvGrpSpPr>
        <p:grpSpPr>
          <a:xfrm>
            <a:off x="7771359" y="4167517"/>
            <a:ext cx="761479" cy="750124"/>
            <a:chOff x="-642191" y="1634242"/>
            <a:chExt cx="761479" cy="750124"/>
          </a:xfrm>
        </p:grpSpPr>
        <p:sp>
          <p:nvSpPr>
            <p:cNvPr id="535" name="Google Shape;535;p16"/>
            <p:cNvSpPr/>
            <p:nvPr/>
          </p:nvSpPr>
          <p:spPr>
            <a:xfrm rot="10800000">
              <a:off x="-642191" y="235071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16"/>
            <p:cNvSpPr/>
            <p:nvPr/>
          </p:nvSpPr>
          <p:spPr>
            <a:xfrm rot="10800000">
              <a:off x="-553634" y="1723763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16"/>
            <p:cNvSpPr/>
            <p:nvPr/>
          </p:nvSpPr>
          <p:spPr>
            <a:xfrm rot="10800000">
              <a:off x="78166" y="1634242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8" name="Google Shape;538;p16"/>
          <p:cNvGrpSpPr/>
          <p:nvPr/>
        </p:nvGrpSpPr>
        <p:grpSpPr>
          <a:xfrm>
            <a:off x="330444" y="-221875"/>
            <a:ext cx="713803" cy="706547"/>
            <a:chOff x="-4017975" y="616650"/>
            <a:chExt cx="814100" cy="805825"/>
          </a:xfrm>
        </p:grpSpPr>
        <p:sp>
          <p:nvSpPr>
            <p:cNvPr id="539" name="Google Shape;539;p16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16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16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16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5"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17"/>
          <p:cNvSpPr txBox="1">
            <a:spLocks noGrp="1"/>
          </p:cNvSpPr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45" name="Google Shape;545;p17"/>
          <p:cNvSpPr txBox="1">
            <a:spLocks noGrp="1"/>
          </p:cNvSpPr>
          <p:nvPr>
            <p:ph type="subTitle" idx="1"/>
          </p:nvPr>
        </p:nvSpPr>
        <p:spPr>
          <a:xfrm>
            <a:off x="782850" y="2955251"/>
            <a:ext cx="2311200" cy="7662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6" name="Google Shape;546;p17"/>
          <p:cNvSpPr txBox="1">
            <a:spLocks noGrp="1"/>
          </p:cNvSpPr>
          <p:nvPr>
            <p:ph type="subTitle" idx="2"/>
          </p:nvPr>
        </p:nvSpPr>
        <p:spPr>
          <a:xfrm>
            <a:off x="782850" y="2538925"/>
            <a:ext cx="23112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7" name="Google Shape;547;p17"/>
          <p:cNvSpPr txBox="1">
            <a:spLocks noGrp="1"/>
          </p:cNvSpPr>
          <p:nvPr>
            <p:ph type="subTitle" idx="3"/>
          </p:nvPr>
        </p:nvSpPr>
        <p:spPr>
          <a:xfrm>
            <a:off x="3416400" y="2955251"/>
            <a:ext cx="2311200" cy="7662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8" name="Google Shape;548;p17"/>
          <p:cNvSpPr txBox="1">
            <a:spLocks noGrp="1"/>
          </p:cNvSpPr>
          <p:nvPr>
            <p:ph type="subTitle" idx="4"/>
          </p:nvPr>
        </p:nvSpPr>
        <p:spPr>
          <a:xfrm>
            <a:off x="3416400" y="2538925"/>
            <a:ext cx="23112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9" name="Google Shape;549;p17"/>
          <p:cNvSpPr txBox="1">
            <a:spLocks noGrp="1"/>
          </p:cNvSpPr>
          <p:nvPr>
            <p:ph type="subTitle" idx="5"/>
          </p:nvPr>
        </p:nvSpPr>
        <p:spPr>
          <a:xfrm>
            <a:off x="6049950" y="2955251"/>
            <a:ext cx="2311200" cy="7662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0" name="Google Shape;550;p17"/>
          <p:cNvSpPr txBox="1">
            <a:spLocks noGrp="1"/>
          </p:cNvSpPr>
          <p:nvPr>
            <p:ph type="subTitle" idx="6"/>
          </p:nvPr>
        </p:nvSpPr>
        <p:spPr>
          <a:xfrm>
            <a:off x="6049950" y="2538925"/>
            <a:ext cx="23112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grpSp>
        <p:nvGrpSpPr>
          <p:cNvPr id="551" name="Google Shape;551;p17"/>
          <p:cNvGrpSpPr/>
          <p:nvPr/>
        </p:nvGrpSpPr>
        <p:grpSpPr>
          <a:xfrm>
            <a:off x="-382087" y="624425"/>
            <a:ext cx="1040638" cy="901375"/>
            <a:chOff x="8457538" y="810363"/>
            <a:chExt cx="1040638" cy="901375"/>
          </a:xfrm>
        </p:grpSpPr>
        <p:grpSp>
          <p:nvGrpSpPr>
            <p:cNvPr id="552" name="Google Shape;552;p17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553" name="Google Shape;553;p17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Google Shape;554;p17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5" name="Google Shape;555;p17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556" name="Google Shape;556;p17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Google Shape;557;p17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558;p17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59" name="Google Shape;559;p17"/>
          <p:cNvGrpSpPr/>
          <p:nvPr/>
        </p:nvGrpSpPr>
        <p:grpSpPr>
          <a:xfrm rot="10800000">
            <a:off x="8274244" y="624418"/>
            <a:ext cx="1803578" cy="1592367"/>
            <a:chOff x="-4912150" y="-393637"/>
            <a:chExt cx="2057000" cy="1816112"/>
          </a:xfrm>
        </p:grpSpPr>
        <p:sp>
          <p:nvSpPr>
            <p:cNvPr id="560" name="Google Shape;560;p17"/>
            <p:cNvSpPr/>
            <p:nvPr/>
          </p:nvSpPr>
          <p:spPr>
            <a:xfrm>
              <a:off x="-4604150" y="-280425"/>
              <a:ext cx="858750" cy="1117575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17"/>
            <p:cNvSpPr/>
            <p:nvPr/>
          </p:nvSpPr>
          <p:spPr>
            <a:xfrm>
              <a:off x="-3780300" y="-305525"/>
              <a:ext cx="62525" cy="57000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17"/>
            <p:cNvSpPr/>
            <p:nvPr/>
          </p:nvSpPr>
          <p:spPr>
            <a:xfrm>
              <a:off x="-4199050" y="281125"/>
              <a:ext cx="155150" cy="154850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17"/>
            <p:cNvSpPr/>
            <p:nvPr/>
          </p:nvSpPr>
          <p:spPr>
            <a:xfrm>
              <a:off x="-4514575" y="97000"/>
              <a:ext cx="740775" cy="896950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17"/>
            <p:cNvSpPr/>
            <p:nvPr/>
          </p:nvSpPr>
          <p:spPr>
            <a:xfrm>
              <a:off x="-3809300" y="72075"/>
              <a:ext cx="61400" cy="56825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17"/>
            <p:cNvSpPr/>
            <p:nvPr/>
          </p:nvSpPr>
          <p:spPr>
            <a:xfrm>
              <a:off x="-4203525" y="-330075"/>
              <a:ext cx="275400" cy="273925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17"/>
            <p:cNvSpPr/>
            <p:nvPr/>
          </p:nvSpPr>
          <p:spPr>
            <a:xfrm>
              <a:off x="-3964425" y="-355100"/>
              <a:ext cx="64750" cy="56950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17"/>
            <p:cNvSpPr/>
            <p:nvPr/>
          </p:nvSpPr>
          <p:spPr>
            <a:xfrm>
              <a:off x="-4230300" y="-88200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17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17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17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17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17"/>
            <p:cNvSpPr/>
            <p:nvPr/>
          </p:nvSpPr>
          <p:spPr>
            <a:xfrm>
              <a:off x="-3761575" y="553550"/>
              <a:ext cx="51025" cy="38375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17"/>
            <p:cNvSpPr/>
            <p:nvPr/>
          </p:nvSpPr>
          <p:spPr>
            <a:xfrm>
              <a:off x="-4478025" y="655725"/>
              <a:ext cx="666475" cy="651250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17"/>
            <p:cNvSpPr/>
            <p:nvPr/>
          </p:nvSpPr>
          <p:spPr>
            <a:xfrm>
              <a:off x="-4579025" y="1370700"/>
              <a:ext cx="46900" cy="38375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17"/>
            <p:cNvSpPr/>
            <p:nvPr/>
          </p:nvSpPr>
          <p:spPr>
            <a:xfrm>
              <a:off x="-4912150" y="393325"/>
              <a:ext cx="547675" cy="546850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17"/>
            <p:cNvSpPr/>
            <p:nvPr/>
          </p:nvSpPr>
          <p:spPr>
            <a:xfrm>
              <a:off x="-3508415" y="-393637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17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17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9" name="Google Shape;579;p17"/>
          <p:cNvGrpSpPr/>
          <p:nvPr/>
        </p:nvGrpSpPr>
        <p:grpSpPr>
          <a:xfrm rot="10800000">
            <a:off x="1179219" y="4287293"/>
            <a:ext cx="1803578" cy="1592367"/>
            <a:chOff x="-4912150" y="-393637"/>
            <a:chExt cx="2057000" cy="1816112"/>
          </a:xfrm>
        </p:grpSpPr>
        <p:sp>
          <p:nvSpPr>
            <p:cNvPr id="580" name="Google Shape;580;p17"/>
            <p:cNvSpPr/>
            <p:nvPr/>
          </p:nvSpPr>
          <p:spPr>
            <a:xfrm>
              <a:off x="-4604150" y="-280425"/>
              <a:ext cx="858750" cy="1117575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17"/>
            <p:cNvSpPr/>
            <p:nvPr/>
          </p:nvSpPr>
          <p:spPr>
            <a:xfrm>
              <a:off x="-3780300" y="-305525"/>
              <a:ext cx="62525" cy="57000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17"/>
            <p:cNvSpPr/>
            <p:nvPr/>
          </p:nvSpPr>
          <p:spPr>
            <a:xfrm>
              <a:off x="-4199050" y="281125"/>
              <a:ext cx="155150" cy="154850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17"/>
            <p:cNvSpPr/>
            <p:nvPr/>
          </p:nvSpPr>
          <p:spPr>
            <a:xfrm>
              <a:off x="-4514575" y="97000"/>
              <a:ext cx="740775" cy="896950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17"/>
            <p:cNvSpPr/>
            <p:nvPr/>
          </p:nvSpPr>
          <p:spPr>
            <a:xfrm>
              <a:off x="-3809300" y="72075"/>
              <a:ext cx="61400" cy="56825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17"/>
            <p:cNvSpPr/>
            <p:nvPr/>
          </p:nvSpPr>
          <p:spPr>
            <a:xfrm>
              <a:off x="-4203525" y="-330075"/>
              <a:ext cx="275400" cy="273925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17"/>
            <p:cNvSpPr/>
            <p:nvPr/>
          </p:nvSpPr>
          <p:spPr>
            <a:xfrm>
              <a:off x="-3964425" y="-355100"/>
              <a:ext cx="64750" cy="56950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17"/>
            <p:cNvSpPr/>
            <p:nvPr/>
          </p:nvSpPr>
          <p:spPr>
            <a:xfrm>
              <a:off x="-4230300" y="-88200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17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17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17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17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17"/>
            <p:cNvSpPr/>
            <p:nvPr/>
          </p:nvSpPr>
          <p:spPr>
            <a:xfrm>
              <a:off x="-3761575" y="553550"/>
              <a:ext cx="51025" cy="38375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17"/>
            <p:cNvSpPr/>
            <p:nvPr/>
          </p:nvSpPr>
          <p:spPr>
            <a:xfrm>
              <a:off x="-4478025" y="655725"/>
              <a:ext cx="666475" cy="651250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17"/>
            <p:cNvSpPr/>
            <p:nvPr/>
          </p:nvSpPr>
          <p:spPr>
            <a:xfrm>
              <a:off x="-4579025" y="1370700"/>
              <a:ext cx="46900" cy="38375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17"/>
            <p:cNvSpPr/>
            <p:nvPr/>
          </p:nvSpPr>
          <p:spPr>
            <a:xfrm>
              <a:off x="-4912150" y="393325"/>
              <a:ext cx="547675" cy="546850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17"/>
            <p:cNvSpPr/>
            <p:nvPr/>
          </p:nvSpPr>
          <p:spPr>
            <a:xfrm>
              <a:off x="-3508415" y="-393637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17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17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_1"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18"/>
          <p:cNvSpPr txBox="1">
            <a:spLocks noGrp="1"/>
          </p:cNvSpPr>
          <p:nvPr>
            <p:ph type="title"/>
          </p:nvPr>
        </p:nvSpPr>
        <p:spPr>
          <a:xfrm flipH="1">
            <a:off x="782850" y="55625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01" name="Google Shape;601;p18"/>
          <p:cNvSpPr txBox="1">
            <a:spLocks noGrp="1"/>
          </p:cNvSpPr>
          <p:nvPr>
            <p:ph type="subTitle" idx="1"/>
          </p:nvPr>
        </p:nvSpPr>
        <p:spPr>
          <a:xfrm>
            <a:off x="1589125" y="2349175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2" name="Google Shape;602;p18"/>
          <p:cNvSpPr txBox="1">
            <a:spLocks noGrp="1"/>
          </p:cNvSpPr>
          <p:nvPr>
            <p:ph type="subTitle" idx="2"/>
          </p:nvPr>
        </p:nvSpPr>
        <p:spPr>
          <a:xfrm>
            <a:off x="1589125" y="2011200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3" name="Google Shape;603;p18"/>
          <p:cNvSpPr txBox="1">
            <a:spLocks noGrp="1"/>
          </p:cNvSpPr>
          <p:nvPr>
            <p:ph type="subTitle" idx="3"/>
          </p:nvPr>
        </p:nvSpPr>
        <p:spPr>
          <a:xfrm>
            <a:off x="5013850" y="2351975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4" name="Google Shape;604;p18"/>
          <p:cNvSpPr txBox="1">
            <a:spLocks noGrp="1"/>
          </p:cNvSpPr>
          <p:nvPr>
            <p:ph type="subTitle" idx="4"/>
          </p:nvPr>
        </p:nvSpPr>
        <p:spPr>
          <a:xfrm>
            <a:off x="5013850" y="2014000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5" name="Google Shape;605;p18"/>
          <p:cNvSpPr txBox="1">
            <a:spLocks noGrp="1"/>
          </p:cNvSpPr>
          <p:nvPr>
            <p:ph type="subTitle" idx="5"/>
          </p:nvPr>
        </p:nvSpPr>
        <p:spPr>
          <a:xfrm>
            <a:off x="1589125" y="3960125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6" name="Google Shape;606;p18"/>
          <p:cNvSpPr txBox="1">
            <a:spLocks noGrp="1"/>
          </p:cNvSpPr>
          <p:nvPr>
            <p:ph type="subTitle" idx="6"/>
          </p:nvPr>
        </p:nvSpPr>
        <p:spPr>
          <a:xfrm>
            <a:off x="1589125" y="3622150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7" name="Google Shape;607;p18"/>
          <p:cNvSpPr txBox="1">
            <a:spLocks noGrp="1"/>
          </p:cNvSpPr>
          <p:nvPr>
            <p:ph type="subTitle" idx="7"/>
          </p:nvPr>
        </p:nvSpPr>
        <p:spPr>
          <a:xfrm>
            <a:off x="5013850" y="3960098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8" name="Google Shape;608;p18"/>
          <p:cNvSpPr txBox="1">
            <a:spLocks noGrp="1"/>
          </p:cNvSpPr>
          <p:nvPr>
            <p:ph type="subTitle" idx="8"/>
          </p:nvPr>
        </p:nvSpPr>
        <p:spPr>
          <a:xfrm>
            <a:off x="5013850" y="3622123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grpSp>
        <p:nvGrpSpPr>
          <p:cNvPr id="609" name="Google Shape;609;p18"/>
          <p:cNvGrpSpPr/>
          <p:nvPr/>
        </p:nvGrpSpPr>
        <p:grpSpPr>
          <a:xfrm flipH="1">
            <a:off x="205972" y="3517863"/>
            <a:ext cx="873188" cy="546900"/>
            <a:chOff x="1115510" y="4327288"/>
            <a:chExt cx="873188" cy="546900"/>
          </a:xfrm>
        </p:grpSpPr>
        <p:sp>
          <p:nvSpPr>
            <p:cNvPr id="610" name="Google Shape;610;p18"/>
            <p:cNvSpPr/>
            <p:nvPr/>
          </p:nvSpPr>
          <p:spPr>
            <a:xfrm flipH="1">
              <a:off x="1115510" y="4327288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11" name="Google Shape;611;p18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612" name="Google Shape;612;p18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Google Shape;613;p18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18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5" name="Google Shape;615;p18"/>
          <p:cNvGrpSpPr/>
          <p:nvPr/>
        </p:nvGrpSpPr>
        <p:grpSpPr>
          <a:xfrm>
            <a:off x="-234937" y="-460907"/>
            <a:ext cx="1938846" cy="1720830"/>
            <a:chOff x="-1873362" y="2120543"/>
            <a:chExt cx="1938846" cy="1720830"/>
          </a:xfrm>
        </p:grpSpPr>
        <p:sp>
          <p:nvSpPr>
            <p:cNvPr id="616" name="Google Shape;616;p18"/>
            <p:cNvSpPr/>
            <p:nvPr/>
          </p:nvSpPr>
          <p:spPr>
            <a:xfrm>
              <a:off x="-1603307" y="2348270"/>
              <a:ext cx="752952" cy="979890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18"/>
            <p:cNvSpPr/>
            <p:nvPr/>
          </p:nvSpPr>
          <p:spPr>
            <a:xfrm>
              <a:off x="-880956" y="2326262"/>
              <a:ext cx="54822" cy="49978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18"/>
            <p:cNvSpPr/>
            <p:nvPr/>
          </p:nvSpPr>
          <p:spPr>
            <a:xfrm>
              <a:off x="-1248116" y="2840637"/>
              <a:ext cx="136036" cy="135772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18"/>
            <p:cNvSpPr/>
            <p:nvPr/>
          </p:nvSpPr>
          <p:spPr>
            <a:xfrm>
              <a:off x="-1524768" y="2679196"/>
              <a:ext cx="649512" cy="786446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18"/>
            <p:cNvSpPr/>
            <p:nvPr/>
          </p:nvSpPr>
          <p:spPr>
            <a:xfrm>
              <a:off x="-906383" y="2657342"/>
              <a:ext cx="53836" cy="49824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18"/>
            <p:cNvSpPr/>
            <p:nvPr/>
          </p:nvSpPr>
          <p:spPr>
            <a:xfrm>
              <a:off x="-1252039" y="2304737"/>
              <a:ext cx="241471" cy="240177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18"/>
            <p:cNvSpPr/>
            <p:nvPr/>
          </p:nvSpPr>
          <p:spPr>
            <a:xfrm>
              <a:off x="-1042397" y="2282795"/>
              <a:ext cx="56773" cy="49934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18"/>
            <p:cNvSpPr/>
            <p:nvPr/>
          </p:nvSpPr>
          <p:spPr>
            <a:xfrm>
              <a:off x="-1275516" y="2516813"/>
              <a:ext cx="54822" cy="49802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18"/>
            <p:cNvSpPr/>
            <p:nvPr/>
          </p:nvSpPr>
          <p:spPr>
            <a:xfrm>
              <a:off x="-1067824" y="3161765"/>
              <a:ext cx="659200" cy="657841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18"/>
            <p:cNvSpPr/>
            <p:nvPr/>
          </p:nvSpPr>
          <p:spPr>
            <a:xfrm>
              <a:off x="-676683" y="3289011"/>
              <a:ext cx="136014" cy="135772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18"/>
            <p:cNvSpPr/>
            <p:nvPr/>
          </p:nvSpPr>
          <p:spPr>
            <a:xfrm>
              <a:off x="-429382" y="3134825"/>
              <a:ext cx="53836" cy="50065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18"/>
            <p:cNvSpPr/>
            <p:nvPr/>
          </p:nvSpPr>
          <p:spPr>
            <a:xfrm>
              <a:off x="-1089349" y="3791702"/>
              <a:ext cx="49912" cy="49671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18"/>
            <p:cNvSpPr/>
            <p:nvPr/>
          </p:nvSpPr>
          <p:spPr>
            <a:xfrm>
              <a:off x="-864538" y="3079499"/>
              <a:ext cx="44739" cy="33647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18"/>
            <p:cNvSpPr/>
            <p:nvPr/>
          </p:nvSpPr>
          <p:spPr>
            <a:xfrm>
              <a:off x="-1492721" y="3169086"/>
              <a:ext cx="584365" cy="571016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18"/>
            <p:cNvSpPr/>
            <p:nvPr/>
          </p:nvSpPr>
          <p:spPr>
            <a:xfrm>
              <a:off x="-1581278" y="3795976"/>
              <a:ext cx="41122" cy="33647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18"/>
            <p:cNvSpPr/>
            <p:nvPr/>
          </p:nvSpPr>
          <p:spPr>
            <a:xfrm>
              <a:off x="-1873362" y="2939014"/>
              <a:ext cx="480201" cy="479478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18"/>
            <p:cNvSpPr/>
            <p:nvPr/>
          </p:nvSpPr>
          <p:spPr>
            <a:xfrm>
              <a:off x="-414717" y="2120543"/>
              <a:ext cx="480201" cy="47989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18"/>
            <p:cNvSpPr/>
            <p:nvPr/>
          </p:nvSpPr>
          <p:spPr>
            <a:xfrm>
              <a:off x="-287757" y="2820734"/>
              <a:ext cx="217972" cy="209731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18"/>
            <p:cNvSpPr/>
            <p:nvPr/>
          </p:nvSpPr>
          <p:spPr>
            <a:xfrm>
              <a:off x="-221208" y="2878778"/>
              <a:ext cx="93204" cy="93467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5" name="Google Shape;635;p18"/>
          <p:cNvGrpSpPr/>
          <p:nvPr/>
        </p:nvGrpSpPr>
        <p:grpSpPr>
          <a:xfrm>
            <a:off x="7932072" y="2686300"/>
            <a:ext cx="1929500" cy="2210100"/>
            <a:chOff x="295725" y="-3462825"/>
            <a:chExt cx="1929500" cy="2210100"/>
          </a:xfrm>
        </p:grpSpPr>
        <p:sp>
          <p:nvSpPr>
            <p:cNvPr id="636" name="Google Shape;636;p18"/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18"/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18"/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18"/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18"/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18"/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18"/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18"/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18"/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18"/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18"/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18"/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18"/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18"/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18"/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18"/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18"/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18"/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18"/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18"/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18"/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18"/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18"/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18"/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18"/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7_1"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2" name="Google Shape;872;p24"/>
          <p:cNvGrpSpPr/>
          <p:nvPr/>
        </p:nvGrpSpPr>
        <p:grpSpPr>
          <a:xfrm>
            <a:off x="8352588" y="816213"/>
            <a:ext cx="1040638" cy="901375"/>
            <a:chOff x="8457538" y="810363"/>
            <a:chExt cx="1040638" cy="901375"/>
          </a:xfrm>
        </p:grpSpPr>
        <p:grpSp>
          <p:nvGrpSpPr>
            <p:cNvPr id="873" name="Google Shape;873;p24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874" name="Google Shape;874;p24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Google Shape;875;p24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76" name="Google Shape;876;p24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877" name="Google Shape;877;p24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Google Shape;878;p24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Google Shape;879;p24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80" name="Google Shape;880;p24"/>
          <p:cNvGrpSpPr/>
          <p:nvPr/>
        </p:nvGrpSpPr>
        <p:grpSpPr>
          <a:xfrm>
            <a:off x="4841575" y="4619788"/>
            <a:ext cx="1040638" cy="901375"/>
            <a:chOff x="8457538" y="810363"/>
            <a:chExt cx="1040638" cy="901375"/>
          </a:xfrm>
        </p:grpSpPr>
        <p:grpSp>
          <p:nvGrpSpPr>
            <p:cNvPr id="881" name="Google Shape;881;p24"/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882" name="Google Shape;882;p24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24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84" name="Google Shape;884;p24"/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885" name="Google Shape;885;p24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Google Shape;886;p24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Google Shape;887;p24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88" name="Google Shape;888;p24"/>
          <p:cNvGrpSpPr/>
          <p:nvPr/>
        </p:nvGrpSpPr>
        <p:grpSpPr>
          <a:xfrm>
            <a:off x="8352591" y="196800"/>
            <a:ext cx="713803" cy="706547"/>
            <a:chOff x="-4017975" y="616650"/>
            <a:chExt cx="814100" cy="805825"/>
          </a:xfrm>
        </p:grpSpPr>
        <p:sp>
          <p:nvSpPr>
            <p:cNvPr id="889" name="Google Shape;889;p24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24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24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24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3" name="Google Shape;893;p24"/>
          <p:cNvGrpSpPr/>
          <p:nvPr/>
        </p:nvGrpSpPr>
        <p:grpSpPr>
          <a:xfrm rot="10800000">
            <a:off x="-728606" y="92693"/>
            <a:ext cx="1803578" cy="1592367"/>
            <a:chOff x="-4912150" y="-393637"/>
            <a:chExt cx="2057000" cy="1816112"/>
          </a:xfrm>
        </p:grpSpPr>
        <p:sp>
          <p:nvSpPr>
            <p:cNvPr id="894" name="Google Shape;894;p24"/>
            <p:cNvSpPr/>
            <p:nvPr/>
          </p:nvSpPr>
          <p:spPr>
            <a:xfrm>
              <a:off x="-4604150" y="-280425"/>
              <a:ext cx="858750" cy="1117575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24"/>
            <p:cNvSpPr/>
            <p:nvPr/>
          </p:nvSpPr>
          <p:spPr>
            <a:xfrm>
              <a:off x="-3780300" y="-305525"/>
              <a:ext cx="62525" cy="57000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24"/>
            <p:cNvSpPr/>
            <p:nvPr/>
          </p:nvSpPr>
          <p:spPr>
            <a:xfrm>
              <a:off x="-4199050" y="281125"/>
              <a:ext cx="155150" cy="154850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24"/>
            <p:cNvSpPr/>
            <p:nvPr/>
          </p:nvSpPr>
          <p:spPr>
            <a:xfrm>
              <a:off x="-4514575" y="97000"/>
              <a:ext cx="740775" cy="896950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24"/>
            <p:cNvSpPr/>
            <p:nvPr/>
          </p:nvSpPr>
          <p:spPr>
            <a:xfrm>
              <a:off x="-3809300" y="72075"/>
              <a:ext cx="61400" cy="56825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24"/>
            <p:cNvSpPr/>
            <p:nvPr/>
          </p:nvSpPr>
          <p:spPr>
            <a:xfrm>
              <a:off x="-4203525" y="-330075"/>
              <a:ext cx="275400" cy="273925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24"/>
            <p:cNvSpPr/>
            <p:nvPr/>
          </p:nvSpPr>
          <p:spPr>
            <a:xfrm>
              <a:off x="-3964425" y="-355100"/>
              <a:ext cx="64750" cy="56950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24"/>
            <p:cNvSpPr/>
            <p:nvPr/>
          </p:nvSpPr>
          <p:spPr>
            <a:xfrm>
              <a:off x="-4230300" y="-88200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24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24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24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24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24"/>
            <p:cNvSpPr/>
            <p:nvPr/>
          </p:nvSpPr>
          <p:spPr>
            <a:xfrm>
              <a:off x="-3761575" y="553550"/>
              <a:ext cx="51025" cy="38375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24"/>
            <p:cNvSpPr/>
            <p:nvPr/>
          </p:nvSpPr>
          <p:spPr>
            <a:xfrm>
              <a:off x="-4478025" y="655725"/>
              <a:ext cx="666475" cy="651250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24"/>
            <p:cNvSpPr/>
            <p:nvPr/>
          </p:nvSpPr>
          <p:spPr>
            <a:xfrm>
              <a:off x="-4579025" y="1370700"/>
              <a:ext cx="46900" cy="38375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24"/>
            <p:cNvSpPr/>
            <p:nvPr/>
          </p:nvSpPr>
          <p:spPr>
            <a:xfrm>
              <a:off x="-4912150" y="393325"/>
              <a:ext cx="547675" cy="546850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24"/>
            <p:cNvSpPr/>
            <p:nvPr/>
          </p:nvSpPr>
          <p:spPr>
            <a:xfrm>
              <a:off x="-3508415" y="-393637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24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24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●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○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■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●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○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■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●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○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■"/>
              <a:defRPr sz="16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8" r:id="rId3"/>
    <p:sldLayoutId id="2147483659" r:id="rId4"/>
    <p:sldLayoutId id="2147483662" r:id="rId5"/>
    <p:sldLayoutId id="2147483663" r:id="rId6"/>
    <p:sldLayoutId id="2147483664" r:id="rId7"/>
    <p:sldLayoutId id="2147483669" r:id="rId8"/>
    <p:sldLayoutId id="2147483670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!!4"/>
          <p:cNvSpPr txBox="1">
            <a:spLocks noGrp="1"/>
          </p:cNvSpPr>
          <p:nvPr>
            <p:ph type="ctrTitle"/>
          </p:nvPr>
        </p:nvSpPr>
        <p:spPr>
          <a:xfrm flipH="1">
            <a:off x="743324" y="1312330"/>
            <a:ext cx="6952800" cy="1302088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0" dirty="0">
                <a:solidFill>
                  <a:srgbClr val="0070C0"/>
                </a:solidFill>
                <a:latin typeface="Montserrat Medium"/>
                <a:sym typeface="Montserrat Medium"/>
              </a:rPr>
              <a:t>DIGITAL SIGNAL PROCESSING</a:t>
            </a:r>
            <a:br>
              <a:rPr lang="en" sz="2800" b="0" dirty="0">
                <a:latin typeface="Montserrat Medium"/>
                <a:sym typeface="Montserrat Medium"/>
              </a:rPr>
            </a:br>
            <a:r>
              <a:rPr lang="en" sz="2800" dirty="0"/>
              <a:t>SPEECH AND SILENCE SEGMENTATION</a:t>
            </a:r>
            <a:endParaRPr sz="2800" dirty="0"/>
          </a:p>
        </p:txBody>
      </p:sp>
      <p:sp>
        <p:nvSpPr>
          <p:cNvPr id="924" name="Google Shape;924;p28"/>
          <p:cNvSpPr txBox="1">
            <a:spLocks noGrp="1"/>
          </p:cNvSpPr>
          <p:nvPr>
            <p:ph type="subTitle" idx="1"/>
          </p:nvPr>
        </p:nvSpPr>
        <p:spPr>
          <a:xfrm flipH="1">
            <a:off x="743324" y="2911203"/>
            <a:ext cx="6952800" cy="1640685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Instructor: </a:t>
            </a:r>
            <a:r>
              <a:rPr lang="en" sz="1400" b="1" dirty="0"/>
              <a:t>Dr. Ninh Khánh Duy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Class: </a:t>
            </a:r>
            <a:r>
              <a:rPr lang="en" sz="1400" b="1" dirty="0"/>
              <a:t>24.Nh12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Group: </a:t>
            </a:r>
            <a:r>
              <a:rPr lang="en" sz="1400" b="1" dirty="0"/>
              <a:t>25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Students: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400" b="1" dirty="0"/>
              <a:t>Phan Thanh Duy</a:t>
            </a:r>
            <a:r>
              <a:rPr lang="en-US" sz="1400" dirty="0"/>
              <a:t> – 102240130 – 24T_DT3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400" b="1" dirty="0"/>
              <a:t>Nguyễn Hoàng Hiếu </a:t>
            </a:r>
            <a:r>
              <a:rPr lang="en-US" sz="1400" dirty="0"/>
              <a:t>– 102240135 – 24T_DT3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400" b="1" dirty="0"/>
              <a:t>Huỳnh Hiếu Nghĩa </a:t>
            </a:r>
            <a:r>
              <a:rPr lang="en-US" sz="1400" dirty="0"/>
              <a:t>– 102240152 – 24T_DT3</a:t>
            </a:r>
            <a:endParaRPr sz="1400" dirty="0"/>
          </a:p>
        </p:txBody>
      </p:sp>
      <p:sp>
        <p:nvSpPr>
          <p:cNvPr id="925" name="Google Shape;925;p28"/>
          <p:cNvSpPr/>
          <p:nvPr/>
        </p:nvSpPr>
        <p:spPr>
          <a:xfrm flipH="1">
            <a:off x="-186582" y="5584563"/>
            <a:ext cx="29" cy="29"/>
          </a:xfrm>
          <a:custGeom>
            <a:avLst/>
            <a:gdLst/>
            <a:ahLst/>
            <a:cxnLst/>
            <a:rect l="l" t="t" r="r" b="b"/>
            <a:pathLst>
              <a:path w="1" h="1" fill="none" extrusionOk="0">
                <a:moveTo>
                  <a:pt x="1" y="1"/>
                </a:moveTo>
                <a:lnTo>
                  <a:pt x="1" y="1"/>
                </a:lnTo>
                <a:close/>
              </a:path>
            </a:pathLst>
          </a:custGeom>
          <a:solidFill>
            <a:schemeClr val="lt1"/>
          </a:solidFill>
          <a:ln w="5650" cap="rnd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26" name="Google Shape;926;p28"/>
          <p:cNvGrpSpPr/>
          <p:nvPr/>
        </p:nvGrpSpPr>
        <p:grpSpPr>
          <a:xfrm flipH="1">
            <a:off x="6613712" y="3446838"/>
            <a:ext cx="1929500" cy="2210100"/>
            <a:chOff x="295725" y="-3462825"/>
            <a:chExt cx="1929500" cy="2210100"/>
          </a:xfrm>
        </p:grpSpPr>
        <p:sp>
          <p:nvSpPr>
            <p:cNvPr id="927" name="Google Shape;927;p28"/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28"/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28"/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28"/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28"/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28"/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28"/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28"/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28"/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28"/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28"/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28"/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28"/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28"/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28"/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28"/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28"/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28"/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28"/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28"/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28"/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28"/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28"/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28"/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28"/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2" name="Google Shape;952;p28"/>
          <p:cNvGrpSpPr/>
          <p:nvPr/>
        </p:nvGrpSpPr>
        <p:grpSpPr>
          <a:xfrm>
            <a:off x="948060" y="3973813"/>
            <a:ext cx="1040638" cy="901375"/>
            <a:chOff x="948060" y="3972813"/>
            <a:chExt cx="1040638" cy="901375"/>
          </a:xfrm>
        </p:grpSpPr>
        <p:grpSp>
          <p:nvGrpSpPr>
            <p:cNvPr id="953" name="Google Shape;953;p28"/>
            <p:cNvGrpSpPr/>
            <p:nvPr/>
          </p:nvGrpSpPr>
          <p:grpSpPr>
            <a:xfrm flipH="1">
              <a:off x="948060" y="3972813"/>
              <a:ext cx="716725" cy="901375"/>
              <a:chOff x="-3888525" y="-2483300"/>
              <a:chExt cx="716725" cy="901375"/>
            </a:xfrm>
          </p:grpSpPr>
          <p:sp>
            <p:nvSpPr>
              <p:cNvPr id="954" name="Google Shape;954;p28"/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Google Shape;955;p28"/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56" name="Google Shape;956;p28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957" name="Google Shape;957;p28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28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28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60" name="!!3"/>
          <p:cNvGrpSpPr/>
          <p:nvPr/>
        </p:nvGrpSpPr>
        <p:grpSpPr>
          <a:xfrm>
            <a:off x="844385" y="2575157"/>
            <a:ext cx="4208350" cy="192185"/>
            <a:chOff x="948060" y="2996029"/>
            <a:chExt cx="4208350" cy="192185"/>
          </a:xfrm>
        </p:grpSpPr>
        <p:sp>
          <p:nvSpPr>
            <p:cNvPr id="961" name="Google Shape;961;p28"/>
            <p:cNvSpPr/>
            <p:nvPr/>
          </p:nvSpPr>
          <p:spPr>
            <a:xfrm rot="-2700000" flipH="1">
              <a:off x="1692865" y="3024234"/>
              <a:ext cx="136016" cy="135774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62" name="Google Shape;962;p28"/>
            <p:cNvCxnSpPr>
              <a:stCxn id="963" idx="6"/>
              <a:endCxn id="964" idx="2"/>
            </p:cNvCxnSpPr>
            <p:nvPr/>
          </p:nvCxnSpPr>
          <p:spPr>
            <a:xfrm rot="10800000">
              <a:off x="1005010" y="3091118"/>
              <a:ext cx="40944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63" name="Google Shape;963;p28"/>
            <p:cNvSpPr/>
            <p:nvPr/>
          </p:nvSpPr>
          <p:spPr>
            <a:xfrm flipH="1">
              <a:off x="5099410" y="3062618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28"/>
            <p:cNvSpPr/>
            <p:nvPr/>
          </p:nvSpPr>
          <p:spPr>
            <a:xfrm flipH="1">
              <a:off x="948060" y="306264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Freeform 8">
            <a:extLst>
              <a:ext uri="{FF2B5EF4-FFF2-40B4-BE49-F238E27FC236}">
                <a16:creationId xmlns:a16="http://schemas.microsoft.com/office/drawing/2014/main" id="{88E7451B-84AC-51FD-201A-3F7DED00C5C9}"/>
              </a:ext>
            </a:extLst>
          </p:cNvPr>
          <p:cNvSpPr/>
          <p:nvPr/>
        </p:nvSpPr>
        <p:spPr>
          <a:xfrm>
            <a:off x="325024" y="129906"/>
            <a:ext cx="757350" cy="790619"/>
          </a:xfrm>
          <a:custGeom>
            <a:avLst/>
            <a:gdLst/>
            <a:ahLst/>
            <a:cxnLst/>
            <a:rect l="l" t="t" r="r" b="b"/>
            <a:pathLst>
              <a:path w="1344936" h="1404015">
                <a:moveTo>
                  <a:pt x="0" y="0"/>
                </a:moveTo>
                <a:lnTo>
                  <a:pt x="1344936" y="0"/>
                </a:lnTo>
                <a:lnTo>
                  <a:pt x="1344936" y="1404015"/>
                </a:lnTo>
                <a:lnTo>
                  <a:pt x="0" y="1404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502" t="-2761" r="-5925" b="-397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3F496BDD-1524-F04C-C6CE-C173D16EDAD0}"/>
              </a:ext>
            </a:extLst>
          </p:cNvPr>
          <p:cNvSpPr txBox="1"/>
          <p:nvPr/>
        </p:nvSpPr>
        <p:spPr>
          <a:xfrm>
            <a:off x="2627296" y="129906"/>
            <a:ext cx="3889408" cy="7078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THE UNIVERSITY OF DA NANG</a:t>
            </a:r>
          </a:p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rgbClr val="004AAD"/>
                </a:solidFill>
                <a:latin typeface="Montserrat"/>
                <a:ea typeface="Montserrat"/>
                <a:cs typeface="Montserrat"/>
                <a:sym typeface="Montserrat"/>
              </a:rPr>
              <a:t>UNIVERSITY OF SCIENCE AND TECHNOLOGY</a:t>
            </a:r>
          </a:p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b="1" dirty="0">
                <a:solidFill>
                  <a:srgbClr val="004AA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IT FACULTY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!!4"/>
          <p:cNvSpPr txBox="1">
            <a:spLocks noGrp="1"/>
          </p:cNvSpPr>
          <p:nvPr>
            <p:ph type="title"/>
          </p:nvPr>
        </p:nvSpPr>
        <p:spPr>
          <a:xfrm>
            <a:off x="782850" y="55625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CONTENTS</a:t>
            </a:r>
            <a:endParaRPr dirty="0"/>
          </a:p>
        </p:txBody>
      </p:sp>
      <p:sp>
        <p:nvSpPr>
          <p:cNvPr id="985" name="Google Shape;1039;p31"/>
          <p:cNvSpPr txBox="1">
            <a:spLocks noGrp="1"/>
          </p:cNvSpPr>
          <p:nvPr>
            <p:ph type="title" idx="2"/>
          </p:nvPr>
        </p:nvSpPr>
        <p:spPr>
          <a:xfrm flipH="1">
            <a:off x="573274" y="2140454"/>
            <a:ext cx="755189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986" name="!!1"/>
          <p:cNvSpPr txBox="1">
            <a:spLocks noGrp="1"/>
          </p:cNvSpPr>
          <p:nvPr>
            <p:ph type="subTitle" idx="1"/>
          </p:nvPr>
        </p:nvSpPr>
        <p:spPr>
          <a:xfrm>
            <a:off x="319347" y="2976424"/>
            <a:ext cx="1195800" cy="3810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Histogram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Algorithm</a:t>
            </a:r>
            <a:endParaRPr dirty="0"/>
          </a:p>
        </p:txBody>
      </p:sp>
      <p:grpSp>
        <p:nvGrpSpPr>
          <p:cNvPr id="991" name="Google Shape;991;p30"/>
          <p:cNvGrpSpPr/>
          <p:nvPr/>
        </p:nvGrpSpPr>
        <p:grpSpPr>
          <a:xfrm rot="10800000">
            <a:off x="7379194" y="-538557"/>
            <a:ext cx="1803578" cy="1592367"/>
            <a:chOff x="-4912150" y="-393637"/>
            <a:chExt cx="2057000" cy="1816112"/>
          </a:xfrm>
        </p:grpSpPr>
        <p:sp>
          <p:nvSpPr>
            <p:cNvPr id="992" name="Google Shape;992;p30"/>
            <p:cNvSpPr/>
            <p:nvPr/>
          </p:nvSpPr>
          <p:spPr>
            <a:xfrm>
              <a:off x="-4604150" y="-280425"/>
              <a:ext cx="858750" cy="1117575"/>
            </a:xfrm>
            <a:custGeom>
              <a:avLst/>
              <a:gdLst/>
              <a:ahLst/>
              <a:cxnLst/>
              <a:rect l="l" t="t" r="r" b="b"/>
              <a:pathLst>
                <a:path w="34350" h="44703" extrusionOk="0">
                  <a:moveTo>
                    <a:pt x="34205" y="1"/>
                  </a:moveTo>
                  <a:cubicBezTo>
                    <a:pt x="34169" y="1"/>
                    <a:pt x="34132" y="15"/>
                    <a:pt x="34104" y="43"/>
                  </a:cubicBezTo>
                  <a:lnTo>
                    <a:pt x="23425" y="10722"/>
                  </a:lnTo>
                  <a:cubicBezTo>
                    <a:pt x="23402" y="10745"/>
                    <a:pt x="23391" y="10778"/>
                    <a:pt x="23391" y="10823"/>
                  </a:cubicBezTo>
                  <a:lnTo>
                    <a:pt x="23391" y="21168"/>
                  </a:lnTo>
                  <a:lnTo>
                    <a:pt x="90" y="44468"/>
                  </a:lnTo>
                  <a:cubicBezTo>
                    <a:pt x="1" y="44558"/>
                    <a:pt x="68" y="44703"/>
                    <a:pt x="191" y="44703"/>
                  </a:cubicBezTo>
                  <a:cubicBezTo>
                    <a:pt x="224" y="44703"/>
                    <a:pt x="258" y="44692"/>
                    <a:pt x="291" y="44669"/>
                  </a:cubicBezTo>
                  <a:lnTo>
                    <a:pt x="23626" y="21324"/>
                  </a:lnTo>
                  <a:cubicBezTo>
                    <a:pt x="23648" y="21301"/>
                    <a:pt x="23670" y="21257"/>
                    <a:pt x="23670" y="21223"/>
                  </a:cubicBezTo>
                  <a:lnTo>
                    <a:pt x="23670" y="10879"/>
                  </a:lnTo>
                  <a:lnTo>
                    <a:pt x="34305" y="244"/>
                  </a:lnTo>
                  <a:cubicBezTo>
                    <a:pt x="34350" y="188"/>
                    <a:pt x="34350" y="98"/>
                    <a:pt x="34305" y="43"/>
                  </a:cubicBezTo>
                  <a:cubicBezTo>
                    <a:pt x="34277" y="15"/>
                    <a:pt x="34241" y="1"/>
                    <a:pt x="342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0"/>
            <p:cNvSpPr/>
            <p:nvPr/>
          </p:nvSpPr>
          <p:spPr>
            <a:xfrm>
              <a:off x="-3780300" y="-305525"/>
              <a:ext cx="62525" cy="57000"/>
            </a:xfrm>
            <a:custGeom>
              <a:avLst/>
              <a:gdLst/>
              <a:ahLst/>
              <a:cxnLst/>
              <a:rect l="l" t="t" r="r" b="b"/>
              <a:pathLst>
                <a:path w="2501" h="2280" extrusionOk="0">
                  <a:moveTo>
                    <a:pt x="1248" y="0"/>
                  </a:moveTo>
                  <a:cubicBezTo>
                    <a:pt x="738" y="0"/>
                    <a:pt x="270" y="354"/>
                    <a:pt x="146" y="879"/>
                  </a:cubicBezTo>
                  <a:cubicBezTo>
                    <a:pt x="1" y="1493"/>
                    <a:pt x="380" y="2107"/>
                    <a:pt x="994" y="2252"/>
                  </a:cubicBezTo>
                  <a:cubicBezTo>
                    <a:pt x="1077" y="2270"/>
                    <a:pt x="1161" y="2279"/>
                    <a:pt x="1243" y="2279"/>
                  </a:cubicBezTo>
                  <a:cubicBezTo>
                    <a:pt x="1757" y="2279"/>
                    <a:pt x="2231" y="1933"/>
                    <a:pt x="2356" y="1404"/>
                  </a:cubicBezTo>
                  <a:cubicBezTo>
                    <a:pt x="2501" y="790"/>
                    <a:pt x="2121" y="176"/>
                    <a:pt x="1507" y="31"/>
                  </a:cubicBezTo>
                  <a:cubicBezTo>
                    <a:pt x="1421" y="10"/>
                    <a:pt x="1334" y="0"/>
                    <a:pt x="12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0"/>
            <p:cNvSpPr/>
            <p:nvPr/>
          </p:nvSpPr>
          <p:spPr>
            <a:xfrm>
              <a:off x="-4199050" y="281125"/>
              <a:ext cx="155150" cy="154850"/>
            </a:xfrm>
            <a:custGeom>
              <a:avLst/>
              <a:gdLst/>
              <a:ahLst/>
              <a:cxnLst/>
              <a:rect l="l" t="t" r="r" b="b"/>
              <a:pathLst>
                <a:path w="6206" h="6194" extrusionOk="0">
                  <a:moveTo>
                    <a:pt x="6149" y="0"/>
                  </a:moveTo>
                  <a:lnTo>
                    <a:pt x="1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4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0"/>
            <p:cNvSpPr/>
            <p:nvPr/>
          </p:nvSpPr>
          <p:spPr>
            <a:xfrm>
              <a:off x="-4514575" y="97000"/>
              <a:ext cx="740775" cy="896950"/>
            </a:xfrm>
            <a:custGeom>
              <a:avLst/>
              <a:gdLst/>
              <a:ahLst/>
              <a:cxnLst/>
              <a:rect l="l" t="t" r="r" b="b"/>
              <a:pathLst>
                <a:path w="29631" h="35878" extrusionOk="0">
                  <a:moveTo>
                    <a:pt x="29432" y="0"/>
                  </a:moveTo>
                  <a:cubicBezTo>
                    <a:pt x="29400" y="0"/>
                    <a:pt x="29367" y="13"/>
                    <a:pt x="29338" y="44"/>
                  </a:cubicBezTo>
                  <a:lnTo>
                    <a:pt x="23402" y="5981"/>
                  </a:lnTo>
                  <a:cubicBezTo>
                    <a:pt x="23368" y="6004"/>
                    <a:pt x="23357" y="6037"/>
                    <a:pt x="23357" y="6082"/>
                  </a:cubicBezTo>
                  <a:lnTo>
                    <a:pt x="23357" y="12342"/>
                  </a:lnTo>
                  <a:lnTo>
                    <a:pt x="56" y="35643"/>
                  </a:lnTo>
                  <a:cubicBezTo>
                    <a:pt x="0" y="35699"/>
                    <a:pt x="0" y="35777"/>
                    <a:pt x="56" y="35833"/>
                  </a:cubicBezTo>
                  <a:cubicBezTo>
                    <a:pt x="89" y="35866"/>
                    <a:pt x="123" y="35877"/>
                    <a:pt x="156" y="35877"/>
                  </a:cubicBezTo>
                  <a:cubicBezTo>
                    <a:pt x="190" y="35877"/>
                    <a:pt x="234" y="35866"/>
                    <a:pt x="257" y="35844"/>
                  </a:cubicBezTo>
                  <a:lnTo>
                    <a:pt x="23591" y="12498"/>
                  </a:lnTo>
                  <a:cubicBezTo>
                    <a:pt x="23625" y="12476"/>
                    <a:pt x="23636" y="12443"/>
                    <a:pt x="23636" y="12398"/>
                  </a:cubicBezTo>
                  <a:lnTo>
                    <a:pt x="23636" y="6137"/>
                  </a:lnTo>
                  <a:lnTo>
                    <a:pt x="29528" y="234"/>
                  </a:lnTo>
                  <a:cubicBezTo>
                    <a:pt x="29631" y="140"/>
                    <a:pt x="29537" y="0"/>
                    <a:pt x="294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0"/>
            <p:cNvSpPr/>
            <p:nvPr/>
          </p:nvSpPr>
          <p:spPr>
            <a:xfrm>
              <a:off x="-3809300" y="72075"/>
              <a:ext cx="61400" cy="56825"/>
            </a:xfrm>
            <a:custGeom>
              <a:avLst/>
              <a:gdLst/>
              <a:ahLst/>
              <a:cxnLst/>
              <a:rect l="l" t="t" r="r" b="b"/>
              <a:pathLst>
                <a:path w="2456" h="2273" extrusionOk="0">
                  <a:moveTo>
                    <a:pt x="1225" y="0"/>
                  </a:moveTo>
                  <a:cubicBezTo>
                    <a:pt x="680" y="0"/>
                    <a:pt x="191" y="399"/>
                    <a:pt x="101" y="952"/>
                  </a:cubicBezTo>
                  <a:cubicBezTo>
                    <a:pt x="0" y="1577"/>
                    <a:pt x="424" y="2157"/>
                    <a:pt x="1049" y="2258"/>
                  </a:cubicBezTo>
                  <a:cubicBezTo>
                    <a:pt x="1111" y="2268"/>
                    <a:pt x="1173" y="2273"/>
                    <a:pt x="1233" y="2273"/>
                  </a:cubicBezTo>
                  <a:cubicBezTo>
                    <a:pt x="1775" y="2273"/>
                    <a:pt x="2254" y="1882"/>
                    <a:pt x="2344" y="1320"/>
                  </a:cubicBezTo>
                  <a:cubicBezTo>
                    <a:pt x="2455" y="707"/>
                    <a:pt x="2031" y="115"/>
                    <a:pt x="1406" y="15"/>
                  </a:cubicBezTo>
                  <a:cubicBezTo>
                    <a:pt x="1346" y="5"/>
                    <a:pt x="1285" y="0"/>
                    <a:pt x="122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0"/>
            <p:cNvSpPr/>
            <p:nvPr/>
          </p:nvSpPr>
          <p:spPr>
            <a:xfrm>
              <a:off x="-4203525" y="-330075"/>
              <a:ext cx="275400" cy="273925"/>
            </a:xfrm>
            <a:custGeom>
              <a:avLst/>
              <a:gdLst/>
              <a:ahLst/>
              <a:cxnLst/>
              <a:rect l="l" t="t" r="r" b="b"/>
              <a:pathLst>
                <a:path w="11016" h="10957" extrusionOk="0">
                  <a:moveTo>
                    <a:pt x="10859" y="0"/>
                  </a:moveTo>
                  <a:cubicBezTo>
                    <a:pt x="10823" y="0"/>
                    <a:pt x="10787" y="14"/>
                    <a:pt x="10759" y="42"/>
                  </a:cubicBezTo>
                  <a:lnTo>
                    <a:pt x="90" y="10711"/>
                  </a:lnTo>
                  <a:cubicBezTo>
                    <a:pt x="1" y="10800"/>
                    <a:pt x="57" y="10956"/>
                    <a:pt x="180" y="10956"/>
                  </a:cubicBezTo>
                  <a:cubicBezTo>
                    <a:pt x="224" y="10956"/>
                    <a:pt x="258" y="10934"/>
                    <a:pt x="280" y="10912"/>
                  </a:cubicBezTo>
                  <a:lnTo>
                    <a:pt x="10960" y="243"/>
                  </a:lnTo>
                  <a:cubicBezTo>
                    <a:pt x="11015" y="187"/>
                    <a:pt x="11015" y="98"/>
                    <a:pt x="10960" y="42"/>
                  </a:cubicBezTo>
                  <a:cubicBezTo>
                    <a:pt x="10932" y="14"/>
                    <a:pt x="10895" y="0"/>
                    <a:pt x="10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0"/>
            <p:cNvSpPr/>
            <p:nvPr/>
          </p:nvSpPr>
          <p:spPr>
            <a:xfrm>
              <a:off x="-3964425" y="-355100"/>
              <a:ext cx="64750" cy="56950"/>
            </a:xfrm>
            <a:custGeom>
              <a:avLst/>
              <a:gdLst/>
              <a:ahLst/>
              <a:cxnLst/>
              <a:rect l="l" t="t" r="r" b="b"/>
              <a:pathLst>
                <a:path w="2590" h="2278" extrusionOk="0">
                  <a:moveTo>
                    <a:pt x="1285" y="1"/>
                  </a:moveTo>
                  <a:cubicBezTo>
                    <a:pt x="1143" y="1"/>
                    <a:pt x="999" y="27"/>
                    <a:pt x="860" y="84"/>
                  </a:cubicBezTo>
                  <a:cubicBezTo>
                    <a:pt x="280" y="329"/>
                    <a:pt x="1" y="999"/>
                    <a:pt x="246" y="1579"/>
                  </a:cubicBezTo>
                  <a:cubicBezTo>
                    <a:pt x="423" y="2017"/>
                    <a:pt x="849" y="2277"/>
                    <a:pt x="1296" y="2277"/>
                  </a:cubicBezTo>
                  <a:cubicBezTo>
                    <a:pt x="1441" y="2277"/>
                    <a:pt x="1588" y="2250"/>
                    <a:pt x="1730" y="2193"/>
                  </a:cubicBezTo>
                  <a:cubicBezTo>
                    <a:pt x="2311" y="1947"/>
                    <a:pt x="2590" y="1289"/>
                    <a:pt x="2344" y="708"/>
                  </a:cubicBezTo>
                  <a:cubicBezTo>
                    <a:pt x="2158" y="268"/>
                    <a:pt x="1733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0"/>
            <p:cNvSpPr/>
            <p:nvPr/>
          </p:nvSpPr>
          <p:spPr>
            <a:xfrm>
              <a:off x="-4230300" y="-88200"/>
              <a:ext cx="62525" cy="56800"/>
            </a:xfrm>
            <a:custGeom>
              <a:avLst/>
              <a:gdLst/>
              <a:ahLst/>
              <a:cxnLst/>
              <a:rect l="l" t="t" r="r" b="b"/>
              <a:pathLst>
                <a:path w="2501" h="2272" extrusionOk="0">
                  <a:moveTo>
                    <a:pt x="1254" y="0"/>
                  </a:moveTo>
                  <a:cubicBezTo>
                    <a:pt x="737" y="0"/>
                    <a:pt x="270" y="353"/>
                    <a:pt x="146" y="868"/>
                  </a:cubicBezTo>
                  <a:cubicBezTo>
                    <a:pt x="1" y="1482"/>
                    <a:pt x="380" y="2096"/>
                    <a:pt x="994" y="2241"/>
                  </a:cubicBezTo>
                  <a:cubicBezTo>
                    <a:pt x="1082" y="2262"/>
                    <a:pt x="1171" y="2272"/>
                    <a:pt x="1258" y="2272"/>
                  </a:cubicBezTo>
                  <a:cubicBezTo>
                    <a:pt x="1774" y="2272"/>
                    <a:pt x="2241" y="1918"/>
                    <a:pt x="2355" y="1393"/>
                  </a:cubicBezTo>
                  <a:cubicBezTo>
                    <a:pt x="2500" y="779"/>
                    <a:pt x="2121" y="176"/>
                    <a:pt x="1518" y="31"/>
                  </a:cubicBezTo>
                  <a:cubicBezTo>
                    <a:pt x="1430" y="10"/>
                    <a:pt x="1341" y="0"/>
                    <a:pt x="12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0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0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0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0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0"/>
            <p:cNvSpPr/>
            <p:nvPr/>
          </p:nvSpPr>
          <p:spPr>
            <a:xfrm>
              <a:off x="-3761575" y="553550"/>
              <a:ext cx="51025" cy="38375"/>
            </a:xfrm>
            <a:custGeom>
              <a:avLst/>
              <a:gdLst/>
              <a:ahLst/>
              <a:cxnLst/>
              <a:rect l="l" t="t" r="r" b="b"/>
              <a:pathLst>
                <a:path w="2041" h="1535" extrusionOk="0">
                  <a:moveTo>
                    <a:pt x="1021" y="0"/>
                  </a:moveTo>
                  <a:cubicBezTo>
                    <a:pt x="970" y="0"/>
                    <a:pt x="920" y="6"/>
                    <a:pt x="870" y="17"/>
                  </a:cubicBezTo>
                  <a:cubicBezTo>
                    <a:pt x="825" y="28"/>
                    <a:pt x="781" y="39"/>
                    <a:pt x="736" y="62"/>
                  </a:cubicBezTo>
                  <a:cubicBezTo>
                    <a:pt x="680" y="73"/>
                    <a:pt x="636" y="95"/>
                    <a:pt x="602" y="129"/>
                  </a:cubicBezTo>
                  <a:cubicBezTo>
                    <a:pt x="558" y="151"/>
                    <a:pt x="513" y="184"/>
                    <a:pt x="479" y="229"/>
                  </a:cubicBezTo>
                  <a:cubicBezTo>
                    <a:pt x="1" y="708"/>
                    <a:pt x="333" y="1530"/>
                    <a:pt x="1021" y="1535"/>
                  </a:cubicBezTo>
                  <a:lnTo>
                    <a:pt x="1021" y="1535"/>
                  </a:lnTo>
                  <a:cubicBezTo>
                    <a:pt x="1698" y="1530"/>
                    <a:pt x="2040" y="708"/>
                    <a:pt x="1562" y="229"/>
                  </a:cubicBezTo>
                  <a:cubicBezTo>
                    <a:pt x="1484" y="151"/>
                    <a:pt x="1406" y="95"/>
                    <a:pt x="1305" y="62"/>
                  </a:cubicBezTo>
                  <a:cubicBezTo>
                    <a:pt x="1261" y="39"/>
                    <a:pt x="1216" y="28"/>
                    <a:pt x="1171" y="17"/>
                  </a:cubicBezTo>
                  <a:cubicBezTo>
                    <a:pt x="1121" y="6"/>
                    <a:pt x="1071" y="0"/>
                    <a:pt x="1021" y="0"/>
                  </a:cubicBezTo>
                  <a:close/>
                  <a:moveTo>
                    <a:pt x="1021" y="1535"/>
                  </a:moveTo>
                  <a:cubicBezTo>
                    <a:pt x="1019" y="1535"/>
                    <a:pt x="1017" y="1535"/>
                    <a:pt x="1015" y="1535"/>
                  </a:cubicBezTo>
                  <a:lnTo>
                    <a:pt x="1026" y="1535"/>
                  </a:lnTo>
                  <a:cubicBezTo>
                    <a:pt x="1024" y="1535"/>
                    <a:pt x="1023" y="1535"/>
                    <a:pt x="1021" y="153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0"/>
            <p:cNvSpPr/>
            <p:nvPr/>
          </p:nvSpPr>
          <p:spPr>
            <a:xfrm>
              <a:off x="-4478025" y="655725"/>
              <a:ext cx="666475" cy="651250"/>
            </a:xfrm>
            <a:custGeom>
              <a:avLst/>
              <a:gdLst/>
              <a:ahLst/>
              <a:cxnLst/>
              <a:rect l="l" t="t" r="r" b="b"/>
              <a:pathLst>
                <a:path w="26659" h="26050" extrusionOk="0">
                  <a:moveTo>
                    <a:pt x="25615" y="0"/>
                  </a:moveTo>
                  <a:cubicBezTo>
                    <a:pt x="25521" y="0"/>
                    <a:pt x="25422" y="18"/>
                    <a:pt x="25321" y="59"/>
                  </a:cubicBezTo>
                  <a:cubicBezTo>
                    <a:pt x="24529" y="360"/>
                    <a:pt x="24752" y="1532"/>
                    <a:pt x="25600" y="1532"/>
                  </a:cubicBezTo>
                  <a:cubicBezTo>
                    <a:pt x="25790" y="1532"/>
                    <a:pt x="25979" y="1454"/>
                    <a:pt x="26124" y="1331"/>
                  </a:cubicBezTo>
                  <a:cubicBezTo>
                    <a:pt x="26659" y="826"/>
                    <a:pt x="26246" y="0"/>
                    <a:pt x="25615" y="0"/>
                  </a:cubicBezTo>
                  <a:close/>
                  <a:moveTo>
                    <a:pt x="21521" y="4074"/>
                  </a:moveTo>
                  <a:cubicBezTo>
                    <a:pt x="21427" y="4074"/>
                    <a:pt x="21327" y="4092"/>
                    <a:pt x="21225" y="4132"/>
                  </a:cubicBezTo>
                  <a:cubicBezTo>
                    <a:pt x="20433" y="4445"/>
                    <a:pt x="20656" y="5616"/>
                    <a:pt x="21504" y="5616"/>
                  </a:cubicBezTo>
                  <a:cubicBezTo>
                    <a:pt x="21705" y="5616"/>
                    <a:pt x="21895" y="5549"/>
                    <a:pt x="22029" y="5416"/>
                  </a:cubicBezTo>
                  <a:cubicBezTo>
                    <a:pt x="22573" y="4910"/>
                    <a:pt x="22160" y="4074"/>
                    <a:pt x="21521" y="4074"/>
                  </a:cubicBezTo>
                  <a:close/>
                  <a:moveTo>
                    <a:pt x="17436" y="8169"/>
                  </a:moveTo>
                  <a:cubicBezTo>
                    <a:pt x="17341" y="8169"/>
                    <a:pt x="17242" y="8187"/>
                    <a:pt x="17141" y="8228"/>
                  </a:cubicBezTo>
                  <a:cubicBezTo>
                    <a:pt x="16349" y="8540"/>
                    <a:pt x="16572" y="9712"/>
                    <a:pt x="17420" y="9712"/>
                  </a:cubicBezTo>
                  <a:cubicBezTo>
                    <a:pt x="17621" y="9712"/>
                    <a:pt x="17811" y="9634"/>
                    <a:pt x="17944" y="9500"/>
                  </a:cubicBezTo>
                  <a:cubicBezTo>
                    <a:pt x="18488" y="8995"/>
                    <a:pt x="18069" y="8169"/>
                    <a:pt x="17436" y="8169"/>
                  </a:cubicBezTo>
                  <a:close/>
                  <a:moveTo>
                    <a:pt x="13345" y="12254"/>
                  </a:moveTo>
                  <a:cubicBezTo>
                    <a:pt x="13242" y="12254"/>
                    <a:pt x="13134" y="12275"/>
                    <a:pt x="13023" y="12323"/>
                  </a:cubicBezTo>
                  <a:cubicBezTo>
                    <a:pt x="12264" y="12658"/>
                    <a:pt x="12499" y="13796"/>
                    <a:pt x="13336" y="13796"/>
                  </a:cubicBezTo>
                  <a:cubicBezTo>
                    <a:pt x="13548" y="13796"/>
                    <a:pt x="13749" y="13707"/>
                    <a:pt x="13894" y="13551"/>
                  </a:cubicBezTo>
                  <a:cubicBezTo>
                    <a:pt x="14381" y="13025"/>
                    <a:pt x="13960" y="12254"/>
                    <a:pt x="13345" y="12254"/>
                  </a:cubicBezTo>
                  <a:close/>
                  <a:moveTo>
                    <a:pt x="9257" y="16338"/>
                  </a:moveTo>
                  <a:cubicBezTo>
                    <a:pt x="9155" y="16338"/>
                    <a:pt x="9048" y="16360"/>
                    <a:pt x="8939" y="16408"/>
                  </a:cubicBezTo>
                  <a:cubicBezTo>
                    <a:pt x="8169" y="16742"/>
                    <a:pt x="8414" y="17881"/>
                    <a:pt x="9251" y="17881"/>
                  </a:cubicBezTo>
                  <a:cubicBezTo>
                    <a:pt x="9463" y="17881"/>
                    <a:pt x="9664" y="17791"/>
                    <a:pt x="9809" y="17635"/>
                  </a:cubicBezTo>
                  <a:cubicBezTo>
                    <a:pt x="10297" y="17109"/>
                    <a:pt x="9867" y="16338"/>
                    <a:pt x="9257" y="16338"/>
                  </a:cubicBezTo>
                  <a:close/>
                  <a:moveTo>
                    <a:pt x="5182" y="20433"/>
                  </a:moveTo>
                  <a:cubicBezTo>
                    <a:pt x="5088" y="20433"/>
                    <a:pt x="4989" y="20451"/>
                    <a:pt x="4888" y="20492"/>
                  </a:cubicBezTo>
                  <a:cubicBezTo>
                    <a:pt x="4096" y="20793"/>
                    <a:pt x="4319" y="21965"/>
                    <a:pt x="5167" y="21965"/>
                  </a:cubicBezTo>
                  <a:cubicBezTo>
                    <a:pt x="5357" y="21965"/>
                    <a:pt x="5546" y="21887"/>
                    <a:pt x="5691" y="21764"/>
                  </a:cubicBezTo>
                  <a:cubicBezTo>
                    <a:pt x="6225" y="21259"/>
                    <a:pt x="5813" y="20433"/>
                    <a:pt x="5182" y="20433"/>
                  </a:cubicBezTo>
                  <a:close/>
                  <a:moveTo>
                    <a:pt x="1088" y="24507"/>
                  </a:moveTo>
                  <a:cubicBezTo>
                    <a:pt x="994" y="24507"/>
                    <a:pt x="894" y="24525"/>
                    <a:pt x="792" y="24565"/>
                  </a:cubicBezTo>
                  <a:cubicBezTo>
                    <a:pt x="0" y="24878"/>
                    <a:pt x="223" y="26049"/>
                    <a:pt x="1071" y="26049"/>
                  </a:cubicBezTo>
                  <a:cubicBezTo>
                    <a:pt x="1272" y="26049"/>
                    <a:pt x="1462" y="25982"/>
                    <a:pt x="1596" y="25849"/>
                  </a:cubicBezTo>
                  <a:cubicBezTo>
                    <a:pt x="2140" y="25343"/>
                    <a:pt x="1727" y="24507"/>
                    <a:pt x="1088" y="2450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0"/>
            <p:cNvSpPr/>
            <p:nvPr/>
          </p:nvSpPr>
          <p:spPr>
            <a:xfrm>
              <a:off x="-4579025" y="1370700"/>
              <a:ext cx="46900" cy="38375"/>
            </a:xfrm>
            <a:custGeom>
              <a:avLst/>
              <a:gdLst/>
              <a:ahLst/>
              <a:cxnLst/>
              <a:rect l="l" t="t" r="r" b="b"/>
              <a:pathLst>
                <a:path w="1876" h="1535" extrusionOk="0">
                  <a:moveTo>
                    <a:pt x="1027" y="1"/>
                  </a:moveTo>
                  <a:cubicBezTo>
                    <a:pt x="976" y="1"/>
                    <a:pt x="924" y="6"/>
                    <a:pt x="871" y="17"/>
                  </a:cubicBezTo>
                  <a:cubicBezTo>
                    <a:pt x="826" y="28"/>
                    <a:pt x="781" y="39"/>
                    <a:pt x="737" y="62"/>
                  </a:cubicBezTo>
                  <a:cubicBezTo>
                    <a:pt x="692" y="84"/>
                    <a:pt x="648" y="106"/>
                    <a:pt x="603" y="129"/>
                  </a:cubicBezTo>
                  <a:cubicBezTo>
                    <a:pt x="558" y="162"/>
                    <a:pt x="525" y="196"/>
                    <a:pt x="480" y="229"/>
                  </a:cubicBezTo>
                  <a:cubicBezTo>
                    <a:pt x="0" y="709"/>
                    <a:pt x="346" y="1535"/>
                    <a:pt x="1027" y="1535"/>
                  </a:cubicBezTo>
                  <a:cubicBezTo>
                    <a:pt x="1228" y="1535"/>
                    <a:pt x="1429" y="1457"/>
                    <a:pt x="1563" y="1312"/>
                  </a:cubicBezTo>
                  <a:cubicBezTo>
                    <a:pt x="1641" y="1245"/>
                    <a:pt x="1697" y="1155"/>
                    <a:pt x="1730" y="1066"/>
                  </a:cubicBezTo>
                  <a:cubicBezTo>
                    <a:pt x="1752" y="1010"/>
                    <a:pt x="1763" y="966"/>
                    <a:pt x="1775" y="921"/>
                  </a:cubicBezTo>
                  <a:cubicBezTo>
                    <a:pt x="1875" y="438"/>
                    <a:pt x="1495" y="1"/>
                    <a:pt x="10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0"/>
            <p:cNvSpPr/>
            <p:nvPr/>
          </p:nvSpPr>
          <p:spPr>
            <a:xfrm>
              <a:off x="-4912150" y="393325"/>
              <a:ext cx="547675" cy="546850"/>
            </a:xfrm>
            <a:custGeom>
              <a:avLst/>
              <a:gdLst/>
              <a:ahLst/>
              <a:cxnLst/>
              <a:rect l="l" t="t" r="r" b="b"/>
              <a:pathLst>
                <a:path w="21907" h="21874" extrusionOk="0">
                  <a:moveTo>
                    <a:pt x="21751" y="1"/>
                  </a:moveTo>
                  <a:cubicBezTo>
                    <a:pt x="21714" y="1"/>
                    <a:pt x="21678" y="15"/>
                    <a:pt x="21650" y="43"/>
                  </a:cubicBezTo>
                  <a:lnTo>
                    <a:pt x="57" y="21636"/>
                  </a:lnTo>
                  <a:cubicBezTo>
                    <a:pt x="1" y="21692"/>
                    <a:pt x="1" y="21781"/>
                    <a:pt x="57" y="21837"/>
                  </a:cubicBezTo>
                  <a:cubicBezTo>
                    <a:pt x="75" y="21855"/>
                    <a:pt x="101" y="21874"/>
                    <a:pt x="134" y="21874"/>
                  </a:cubicBezTo>
                  <a:cubicBezTo>
                    <a:pt x="141" y="21874"/>
                    <a:pt x="149" y="21873"/>
                    <a:pt x="157" y="21871"/>
                  </a:cubicBezTo>
                  <a:cubicBezTo>
                    <a:pt x="163" y="21873"/>
                    <a:pt x="169" y="21874"/>
                    <a:pt x="175" y="21874"/>
                  </a:cubicBezTo>
                  <a:cubicBezTo>
                    <a:pt x="202" y="21874"/>
                    <a:pt x="228" y="21855"/>
                    <a:pt x="246" y="21837"/>
                  </a:cubicBezTo>
                  <a:lnTo>
                    <a:pt x="21851" y="232"/>
                  </a:lnTo>
                  <a:cubicBezTo>
                    <a:pt x="21907" y="177"/>
                    <a:pt x="21907" y="99"/>
                    <a:pt x="21851" y="43"/>
                  </a:cubicBezTo>
                  <a:cubicBezTo>
                    <a:pt x="21823" y="15"/>
                    <a:pt x="21787" y="1"/>
                    <a:pt x="2175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0"/>
            <p:cNvSpPr/>
            <p:nvPr/>
          </p:nvSpPr>
          <p:spPr>
            <a:xfrm>
              <a:off x="-3508415" y="-393637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0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0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1" name="Google Shape;1011;p30"/>
          <p:cNvSpPr txBox="1">
            <a:spLocks noGrp="1"/>
          </p:cNvSpPr>
          <p:nvPr>
            <p:ph type="title" idx="7"/>
          </p:nvPr>
        </p:nvSpPr>
        <p:spPr>
          <a:xfrm flipH="1">
            <a:off x="5382559" y="2153119"/>
            <a:ext cx="832085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1017" name="!!3"/>
          <p:cNvGrpSpPr/>
          <p:nvPr/>
        </p:nvGrpSpPr>
        <p:grpSpPr>
          <a:xfrm>
            <a:off x="2868450" y="1078488"/>
            <a:ext cx="3407100" cy="135774"/>
            <a:chOff x="1512197" y="1097509"/>
            <a:chExt cx="3407100" cy="135774"/>
          </a:xfrm>
        </p:grpSpPr>
        <p:grpSp>
          <p:nvGrpSpPr>
            <p:cNvPr id="1018" name="Google Shape;1018;p30"/>
            <p:cNvGrpSpPr/>
            <p:nvPr/>
          </p:nvGrpSpPr>
          <p:grpSpPr>
            <a:xfrm>
              <a:off x="1512197" y="1097509"/>
              <a:ext cx="3350100" cy="135774"/>
              <a:chOff x="2944697" y="1097509"/>
              <a:chExt cx="3350100" cy="135774"/>
            </a:xfrm>
          </p:grpSpPr>
          <p:sp>
            <p:nvSpPr>
              <p:cNvPr id="1019" name="Google Shape;1019;p30"/>
              <p:cNvSpPr/>
              <p:nvPr/>
            </p:nvSpPr>
            <p:spPr>
              <a:xfrm rot="-2700000" flipH="1">
                <a:off x="45080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20" name="Google Shape;1020;p30"/>
              <p:cNvCxnSpPr>
                <a:cxnSpLocks/>
                <a:stCxn id="1021" idx="6"/>
                <a:endCxn id="1022" idx="2"/>
              </p:cNvCxnSpPr>
              <p:nvPr/>
            </p:nvCxnSpPr>
            <p:spPr>
              <a:xfrm rot="10800000">
                <a:off x="3001697" y="1164492"/>
                <a:ext cx="32931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22" name="Google Shape;1022;p30"/>
              <p:cNvSpPr/>
              <p:nvPr/>
            </p:nvSpPr>
            <p:spPr>
              <a:xfrm flipH="1">
                <a:off x="2944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sp>
          <p:nvSpPr>
            <p:cNvPr id="1021" name="Google Shape;1021;p30"/>
            <p:cNvSpPr/>
            <p:nvPr/>
          </p:nvSpPr>
          <p:spPr>
            <a:xfrm flipH="1">
              <a:off x="4862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3" name="!!2"/>
          <p:cNvGrpSpPr/>
          <p:nvPr/>
        </p:nvGrpSpPr>
        <p:grpSpPr>
          <a:xfrm>
            <a:off x="917247" y="2781658"/>
            <a:ext cx="7148250" cy="80583"/>
            <a:chOff x="1148150" y="2414921"/>
            <a:chExt cx="6059195" cy="57000"/>
          </a:xfrm>
        </p:grpSpPr>
        <p:cxnSp>
          <p:nvCxnSpPr>
            <p:cNvPr id="1024" name="Google Shape;1024;p30"/>
            <p:cNvCxnSpPr>
              <a:cxnSpLocks/>
              <a:stCxn id="1025" idx="2"/>
              <a:endCxn id="1051" idx="2"/>
            </p:cNvCxnSpPr>
            <p:nvPr/>
          </p:nvCxnSpPr>
          <p:spPr>
            <a:xfrm>
              <a:off x="1205150" y="2443421"/>
              <a:ext cx="6002195" cy="2757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25" name="Google Shape;1025;p30"/>
            <p:cNvSpPr/>
            <p:nvPr/>
          </p:nvSpPr>
          <p:spPr>
            <a:xfrm flipH="1">
              <a:off x="1148150" y="2414921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043" name="Google Shape;1025;p30">
            <a:extLst>
              <a:ext uri="{FF2B5EF4-FFF2-40B4-BE49-F238E27FC236}">
                <a16:creationId xmlns:a16="http://schemas.microsoft.com/office/drawing/2014/main" id="{0B415B78-EAAC-C929-1148-A0476AD3DC05}"/>
              </a:ext>
            </a:extLst>
          </p:cNvPr>
          <p:cNvSpPr/>
          <p:nvPr/>
        </p:nvSpPr>
        <p:spPr>
          <a:xfrm flipH="1">
            <a:off x="3469099" y="2788550"/>
            <a:ext cx="67245" cy="80583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44" name="Google Shape;985;p30">
            <a:extLst>
              <a:ext uri="{FF2B5EF4-FFF2-40B4-BE49-F238E27FC236}">
                <a16:creationId xmlns:a16="http://schemas.microsoft.com/office/drawing/2014/main" id="{274496B1-4277-8C10-E45A-7F3A3835AA3A}"/>
              </a:ext>
            </a:extLst>
          </p:cNvPr>
          <p:cNvSpPr txBox="1">
            <a:spLocks/>
          </p:cNvSpPr>
          <p:nvPr/>
        </p:nvSpPr>
        <p:spPr>
          <a:xfrm flipH="1">
            <a:off x="3086678" y="2140237"/>
            <a:ext cx="832085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4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" dirty="0"/>
              <a:t>02</a:t>
            </a:r>
          </a:p>
        </p:txBody>
      </p:sp>
      <p:sp>
        <p:nvSpPr>
          <p:cNvPr id="1045" name="Google Shape;986;p30">
            <a:extLst>
              <a:ext uri="{FF2B5EF4-FFF2-40B4-BE49-F238E27FC236}">
                <a16:creationId xmlns:a16="http://schemas.microsoft.com/office/drawing/2014/main" id="{DF6971A0-A1E9-0F55-917D-337AD4A7F7DF}"/>
              </a:ext>
            </a:extLst>
          </p:cNvPr>
          <p:cNvSpPr txBox="1">
            <a:spLocks/>
          </p:cNvSpPr>
          <p:nvPr/>
        </p:nvSpPr>
        <p:spPr>
          <a:xfrm>
            <a:off x="2709042" y="2976207"/>
            <a:ext cx="151814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ctr"/>
            <a:r>
              <a:rPr lang="en-US" dirty="0"/>
              <a:t>Binary Search Algorithm</a:t>
            </a:r>
          </a:p>
        </p:txBody>
      </p:sp>
      <p:sp>
        <p:nvSpPr>
          <p:cNvPr id="1046" name="Google Shape;1025;p30">
            <a:extLst>
              <a:ext uri="{FF2B5EF4-FFF2-40B4-BE49-F238E27FC236}">
                <a16:creationId xmlns:a16="http://schemas.microsoft.com/office/drawing/2014/main" id="{094EDEBF-1B32-6DA5-7A5C-3FF31FD78297}"/>
              </a:ext>
            </a:extLst>
          </p:cNvPr>
          <p:cNvSpPr/>
          <p:nvPr/>
        </p:nvSpPr>
        <p:spPr>
          <a:xfrm flipH="1">
            <a:off x="5798602" y="2788766"/>
            <a:ext cx="67245" cy="80583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49" name="Google Shape;986;p30">
            <a:extLst>
              <a:ext uri="{FF2B5EF4-FFF2-40B4-BE49-F238E27FC236}">
                <a16:creationId xmlns:a16="http://schemas.microsoft.com/office/drawing/2014/main" id="{4F9E34A8-C194-FA37-3FFE-EC13AE16E3DD}"/>
              </a:ext>
            </a:extLst>
          </p:cNvPr>
          <p:cNvSpPr txBox="1">
            <a:spLocks/>
          </p:cNvSpPr>
          <p:nvPr/>
        </p:nvSpPr>
        <p:spPr>
          <a:xfrm>
            <a:off x="4703919" y="2976424"/>
            <a:ext cx="218936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ctr"/>
            <a:r>
              <a:rPr lang="en-US" dirty="0"/>
              <a:t>Simple Statistics Algorithm</a:t>
            </a:r>
          </a:p>
        </p:txBody>
      </p:sp>
      <p:sp>
        <p:nvSpPr>
          <p:cNvPr id="1050" name="Google Shape;1011;p30">
            <a:extLst>
              <a:ext uri="{FF2B5EF4-FFF2-40B4-BE49-F238E27FC236}">
                <a16:creationId xmlns:a16="http://schemas.microsoft.com/office/drawing/2014/main" id="{27D34426-108B-5332-08FB-A5351AE5D73E}"/>
              </a:ext>
            </a:extLst>
          </p:cNvPr>
          <p:cNvSpPr txBox="1">
            <a:spLocks/>
          </p:cNvSpPr>
          <p:nvPr/>
        </p:nvSpPr>
        <p:spPr>
          <a:xfrm flipH="1">
            <a:off x="7513564" y="2149909"/>
            <a:ext cx="90073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"/>
              <a:buNone/>
              <a:defRPr sz="4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Montserrat Black"/>
              <a:buNone/>
              <a:defRPr sz="25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1051" name="Google Shape;1025;p30">
            <a:extLst>
              <a:ext uri="{FF2B5EF4-FFF2-40B4-BE49-F238E27FC236}">
                <a16:creationId xmlns:a16="http://schemas.microsoft.com/office/drawing/2014/main" id="{8CD73502-F18E-DC4F-88B9-90FA9D0045D5}"/>
              </a:ext>
            </a:extLst>
          </p:cNvPr>
          <p:cNvSpPr/>
          <p:nvPr/>
        </p:nvSpPr>
        <p:spPr>
          <a:xfrm flipH="1">
            <a:off x="7998252" y="2785556"/>
            <a:ext cx="67245" cy="80583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52" name="Google Shape;986;p30">
            <a:extLst>
              <a:ext uri="{FF2B5EF4-FFF2-40B4-BE49-F238E27FC236}">
                <a16:creationId xmlns:a16="http://schemas.microsoft.com/office/drawing/2014/main" id="{A8773934-9794-FF72-90DE-C76D6351978B}"/>
              </a:ext>
            </a:extLst>
          </p:cNvPr>
          <p:cNvSpPr txBox="1">
            <a:spLocks/>
          </p:cNvSpPr>
          <p:nvPr/>
        </p:nvSpPr>
        <p:spPr>
          <a:xfrm>
            <a:off x="6974996" y="2974935"/>
            <a:ext cx="1827135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ctr"/>
            <a:r>
              <a:rPr lang="en-US" dirty="0"/>
              <a:t>Comparison Table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039;p31"/>
          <p:cNvSpPr txBox="1">
            <a:spLocks noGrp="1"/>
          </p:cNvSpPr>
          <p:nvPr>
            <p:ph type="title"/>
          </p:nvPr>
        </p:nvSpPr>
        <p:spPr>
          <a:xfrm>
            <a:off x="2512660" y="715539"/>
            <a:ext cx="3946500" cy="18213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113" name="!!1"/>
          <p:cNvSpPr txBox="1">
            <a:spLocks noGrp="1"/>
          </p:cNvSpPr>
          <p:nvPr>
            <p:ph type="title" idx="2"/>
          </p:nvPr>
        </p:nvSpPr>
        <p:spPr>
          <a:xfrm>
            <a:off x="2512410" y="2275964"/>
            <a:ext cx="3946500" cy="114705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HISTOGRAM</a:t>
            </a:r>
            <a:br>
              <a:rPr lang="en" dirty="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ALGORITHM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115" name="!!2"/>
          <p:cNvGrpSpPr/>
          <p:nvPr/>
        </p:nvGrpSpPr>
        <p:grpSpPr>
          <a:xfrm>
            <a:off x="2886682" y="2017430"/>
            <a:ext cx="3478000" cy="297870"/>
            <a:chOff x="4788672" y="2177404"/>
            <a:chExt cx="3478000" cy="192185"/>
          </a:xfrm>
        </p:grpSpPr>
        <p:sp>
          <p:nvSpPr>
            <p:cNvPr id="1116" name="Google Shape;1116;p33"/>
            <p:cNvSpPr/>
            <p:nvPr/>
          </p:nvSpPr>
          <p:spPr>
            <a:xfrm rot="-2700000" flipH="1">
              <a:off x="7250940" y="2205609"/>
              <a:ext cx="136016" cy="135774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17" name="Google Shape;1117;p33"/>
            <p:cNvCxnSpPr>
              <a:stCxn id="1118" idx="6"/>
              <a:endCxn id="1119" idx="2"/>
            </p:cNvCxnSpPr>
            <p:nvPr/>
          </p:nvCxnSpPr>
          <p:spPr>
            <a:xfrm rot="10800000">
              <a:off x="4845772" y="2272517"/>
              <a:ext cx="3363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19" name="Google Shape;1119;p33"/>
            <p:cNvSpPr/>
            <p:nvPr/>
          </p:nvSpPr>
          <p:spPr>
            <a:xfrm flipH="1">
              <a:off x="4788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3"/>
            <p:cNvSpPr/>
            <p:nvPr/>
          </p:nvSpPr>
          <p:spPr>
            <a:xfrm flipH="1">
              <a:off x="8209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33"/>
          <p:cNvGrpSpPr/>
          <p:nvPr/>
        </p:nvGrpSpPr>
        <p:grpSpPr>
          <a:xfrm flipH="1">
            <a:off x="7834772" y="2544125"/>
            <a:ext cx="1929500" cy="2210100"/>
            <a:chOff x="295725" y="-3462825"/>
            <a:chExt cx="1929500" cy="2210100"/>
          </a:xfrm>
        </p:grpSpPr>
        <p:sp>
          <p:nvSpPr>
            <p:cNvPr id="1121" name="Google Shape;1121;p33"/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3"/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3"/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3"/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3"/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3"/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3"/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3"/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3"/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3"/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3"/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3"/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3"/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3"/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3"/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3"/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33"/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33"/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33"/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3"/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3"/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3"/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33"/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33"/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33"/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6" name="Google Shape;1146;p33"/>
          <p:cNvGrpSpPr/>
          <p:nvPr/>
        </p:nvGrpSpPr>
        <p:grpSpPr>
          <a:xfrm>
            <a:off x="1005972" y="2347838"/>
            <a:ext cx="873188" cy="546900"/>
            <a:chOff x="1115510" y="4327288"/>
            <a:chExt cx="873188" cy="546900"/>
          </a:xfrm>
        </p:grpSpPr>
        <p:sp>
          <p:nvSpPr>
            <p:cNvPr id="1147" name="Google Shape;1147;p33"/>
            <p:cNvSpPr/>
            <p:nvPr/>
          </p:nvSpPr>
          <p:spPr>
            <a:xfrm flipH="1">
              <a:off x="1115510" y="4327288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8" name="Google Shape;1148;p33"/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1149" name="Google Shape;1149;p33"/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33"/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33"/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C145CFC-A352-4897-61C0-3C71D82F494E}"/>
              </a:ext>
            </a:extLst>
          </p:cNvPr>
          <p:cNvSpPr/>
          <p:nvPr/>
        </p:nvSpPr>
        <p:spPr>
          <a:xfrm>
            <a:off x="3243050" y="3849326"/>
            <a:ext cx="3152633" cy="387487"/>
          </a:xfrm>
          <a:prstGeom prst="round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Montserrat" panose="00000500000000000000" pitchFamily="2" charset="0"/>
              </a:rPr>
              <a:t>Presented by Phan Thanh Duy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52BF10C-2099-D266-6EBD-AA5CC609A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B3B2126-8876-58BD-7BC5-FBA72783A962}"/>
              </a:ext>
            </a:extLst>
          </p:cNvPr>
          <p:cNvSpPr/>
          <p:nvPr/>
        </p:nvSpPr>
        <p:spPr>
          <a:xfrm>
            <a:off x="221578" y="1034553"/>
            <a:ext cx="1438888" cy="79103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5C9284D6-3587-0531-7B11-C8B13FECE9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3B113246-55C0-0EC3-9B4C-CA8398F73D66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3C4CAE0-3E74-A42D-8294-655714772C08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8AEDCBE1-936F-B593-FA92-D592F5FBE339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13CDC18F-DD60-8EB9-C247-E07D9FE7C721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B2990419-5205-7915-47C3-64D69C92C8D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223C076C-4BA3-1B31-4F49-92B4A3C944E0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42C3164D-738F-8022-AEF0-86180930A0FA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BE8C51B7-ED1A-1739-2E43-457CC1B35ABE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1982F730-CC45-9E85-FF89-7A517FB4AC8C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D9570FC5-0856-9A40-40FB-BCB76CF17153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20F72A10-50D7-B48B-2DE6-0DC2FDDA6DB0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421233A9-BF91-D0E9-C69F-51058B180CC0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C34AAADA-5A8D-7745-FC2B-0D1D9562BE82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1C90042B-EC70-1AAC-424F-5DAEF1490095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BB80AB2F-E134-486B-6DA2-C2846BD6AEB8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3F3233D0-972A-7F71-4CC0-39E1AA3F94D4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38AC76E7-ED6B-D22C-86BD-97E26D1B4946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76B67F15-8034-FA40-7AE4-5DB40B22A604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FE408B85-367F-1094-DA80-8A0209605FAA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CCF892AB-ACE4-3D14-B7FB-85300A6FD181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82811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2D0E6CB8-A109-3FFA-0B06-402858B61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BA3E6D3D-8C0B-FC37-7BCD-2929D229F249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D9425BFF-AD2E-3F63-A29D-CAF94A7DA5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F14889BF-4F38-978F-1C02-4B50915D1053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15267AEC-E8E6-8962-DD15-FB2A75E5562F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1E5643A8-ED6C-94F6-53DB-E8F3085C384F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153350C3-BB22-73C7-5D26-5B2A9488975A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B757A2BA-2EE3-0B1E-B327-048EF5257612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609B2666-8F62-9976-40AB-EE6C4EE2881C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A068F1F6-AE9C-05C3-BC9E-B0D7E434D1F2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BE32672F-27CC-BD67-CA63-943769766401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B3C96CEB-A9E1-BB1C-4949-D67D9EF5B8DE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C16855F4-45DB-5B5A-6C67-12CD1225BAF1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37D01DD0-4DF5-2FB2-4F4E-67D51C68035E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BD87ABC2-356B-B533-5CBF-9D443BB8A412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4B2AAC21-C579-959D-18B5-0AE167381F1E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3C47CF73-8635-B961-4991-38897AB90DB1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E4C6EF28-A127-02C1-713A-E9C02732DE78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361B854C-D2B7-77CD-9012-0CF34FC143D8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50A389DE-00E8-91A0-6B51-8FED04CE6677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DEC2CAAE-1F1C-011E-6903-D67FC252A164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E556DD0C-1161-BB55-F9BD-ED559B5C7686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4849AEFB-022D-D959-24F0-9EE8D33D0CAD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F1A9FAD3-D3A6-6924-FAA4-786CD3A31D19}"/>
              </a:ext>
            </a:extLst>
          </p:cNvPr>
          <p:cNvSpPr/>
          <p:nvPr/>
        </p:nvSpPr>
        <p:spPr>
          <a:xfrm>
            <a:off x="3125368" y="877125"/>
            <a:ext cx="2893264" cy="96708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B22EF019-E3E5-BE43-55CC-F7A6F49CAEC0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10">
            <a:extLst>
              <a:ext uri="{FF2B5EF4-FFF2-40B4-BE49-F238E27FC236}">
                <a16:creationId xmlns:a16="http://schemas.microsoft.com/office/drawing/2014/main" id="{212E7686-FB91-8335-2128-722C5F284037}"/>
              </a:ext>
            </a:extLst>
          </p:cNvPr>
          <p:cNvCxnSpPr>
            <a:cxnSpLocks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D2B753BF-C31F-35D0-BA9B-3CDD4B217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02" y="2217174"/>
            <a:ext cx="1874920" cy="2128495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7" name="Google Shape;1040;p31">
            <a:extLst>
              <a:ext uri="{FF2B5EF4-FFF2-40B4-BE49-F238E27FC236}">
                <a16:creationId xmlns:a16="http://schemas.microsoft.com/office/drawing/2014/main" id="{0791BE73-4301-8BAF-695B-9DFA2BD3C54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40692" y="2883948"/>
            <a:ext cx="3708217" cy="1187433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dirty="0">
                <a:solidFill>
                  <a:schemeClr val="bg1"/>
                </a:solidFill>
              </a:rPr>
              <a:t>Read files from </a:t>
            </a:r>
            <a:r>
              <a:rPr lang="en-US" sz="1800" b="1" dirty="0" err="1">
                <a:solidFill>
                  <a:schemeClr val="bg1"/>
                </a:solidFill>
              </a:rPr>
              <a:t>TinHieuHuanLuyen</a:t>
            </a:r>
            <a:r>
              <a:rPr lang="en-US" sz="1800" dirty="0">
                <a:solidFill>
                  <a:schemeClr val="bg1"/>
                </a:solidFill>
              </a:rPr>
              <a:t> directory.</a:t>
            </a:r>
            <a:endParaRPr sz="1800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A9CCFC9-2F07-ECF8-9E76-5596E56F6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1512" y="1729381"/>
            <a:ext cx="2512134" cy="3112549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F5A8A28D-7CAA-0DD5-D4F4-F7A130309709}"/>
              </a:ext>
            </a:extLst>
          </p:cNvPr>
          <p:cNvCxnSpPr>
            <a:cxnSpLocks/>
          </p:cNvCxnSpPr>
          <p:nvPr/>
        </p:nvCxnSpPr>
        <p:spPr>
          <a:xfrm>
            <a:off x="2455523" y="2786542"/>
            <a:ext cx="654965" cy="498911"/>
          </a:xfrm>
          <a:prstGeom prst="curvedConnector3">
            <a:avLst/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A5CB7226-20EA-FE53-3822-302DB86CFD3A}"/>
              </a:ext>
            </a:extLst>
          </p:cNvPr>
          <p:cNvCxnSpPr>
            <a:cxnSpLocks/>
          </p:cNvCxnSpPr>
          <p:nvPr/>
        </p:nvCxnSpPr>
        <p:spPr>
          <a:xfrm flipV="1">
            <a:off x="5460150" y="2766012"/>
            <a:ext cx="703590" cy="517436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91070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3BA94978-C6EA-D202-3EB9-D92CD03DF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213C951-AB40-8102-60DA-3B52F61E8E20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DCA1960C-9471-F1EF-358B-688971390D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51FADE43-C112-EC0E-C8A8-37F89C52873B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2D96B5D3-A6D2-704A-21B7-89DBE8F9987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D2B5EEFA-BE74-A7CA-AFD0-BB7726AFDF31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420C2F8E-AC52-69BC-B33D-2548EB248013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CE33427A-82BF-36BF-8FAD-8CF1B4EB3168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E5372436-00A6-B57C-DB7B-D9DF12E9318D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E3F839D3-C61E-5B42-B790-EF3E10870C35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506690C4-E5FF-59C5-1808-A8138F78F4F5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309DFAF4-1783-904F-84D5-44953F376A13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CD69D19A-0940-169F-B225-08377F9CA257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7B2FD73D-9AE6-62A9-9720-ED060413884A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0074B9A3-0AF9-4DE1-FB12-5A8EFAB81C5C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252C92F6-45B9-48C8-AFC9-4AD191ABFE75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EC1E13B0-3D85-55C4-1448-906E86027C22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E384368C-E3B5-C7E0-758A-D67D67A34AB3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C04E41C6-8034-246C-2BC4-73BA6DB6DDED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D173270E-2FA3-40C6-17A3-9824B03EA315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A6DC78F6-84EE-64B6-A007-C72E93C89629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676D244D-B704-CBA4-AD51-34A81A0137EA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27321151-B95E-2C81-8942-B754160F43A7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1CD8234D-4F4A-BBD4-DD88-EAC4CB8800C9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8B7753E-EBE7-516E-06C1-345620BC13D0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43EBB679-3353-B34F-AD72-18EE3155D145}"/>
              </a:ext>
            </a:extLst>
          </p:cNvPr>
          <p:cNvSpPr/>
          <p:nvPr/>
        </p:nvSpPr>
        <p:spPr>
          <a:xfrm>
            <a:off x="3127261" y="861724"/>
            <a:ext cx="2889478" cy="97014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E197D24C-3EB3-037F-6489-5F4EB3151AC0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24004966-944B-DB1E-AEF0-48F96F7F4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158" y="2741898"/>
            <a:ext cx="5302028" cy="2174600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A448F1F6-CD1B-2FD0-F9ED-B3B8F31B6673}"/>
              </a:ext>
            </a:extLst>
          </p:cNvPr>
          <p:cNvSpPr/>
          <p:nvPr/>
        </p:nvSpPr>
        <p:spPr>
          <a:xfrm>
            <a:off x="5669253" y="3498589"/>
            <a:ext cx="490310" cy="412784"/>
          </a:xfrm>
          <a:prstGeom prst="rightArrow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31DBF2D-05B8-DC33-5F0D-42CE7CF08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651" y="3356279"/>
            <a:ext cx="2727855" cy="676201"/>
          </a:xfrm>
          <a:prstGeom prst="rect">
            <a:avLst/>
          </a:prstGeom>
        </p:spPr>
      </p:pic>
      <p:sp>
        <p:nvSpPr>
          <p:cNvPr id="16" name="Google Shape;1040;p31">
            <a:extLst>
              <a:ext uri="{FF2B5EF4-FFF2-40B4-BE49-F238E27FC236}">
                <a16:creationId xmlns:a16="http://schemas.microsoft.com/office/drawing/2014/main" id="{5B9427C6-9064-BBA6-4AD5-B00FDE2E0F5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110248" y="2184675"/>
            <a:ext cx="2830600" cy="951516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bg1"/>
                </a:solidFill>
              </a:rPr>
              <a:t>FRAME_MS = 25 (</a:t>
            </a:r>
            <a:r>
              <a:rPr lang="en-US" sz="1800" b="1" dirty="0" err="1">
                <a:solidFill>
                  <a:schemeClr val="bg1"/>
                </a:solidFill>
              </a:rPr>
              <a:t>ms</a:t>
            </a:r>
            <a:r>
              <a:rPr lang="en-US" sz="1800" b="1" dirty="0">
                <a:solidFill>
                  <a:schemeClr val="bg1"/>
                </a:solidFill>
              </a:rPr>
              <a:t>)</a:t>
            </a: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bg1"/>
                </a:solidFill>
              </a:rPr>
              <a:t>SHIFT_MS = 10 (</a:t>
            </a:r>
            <a:r>
              <a:rPr lang="en-US" sz="1800" b="1" dirty="0" err="1">
                <a:solidFill>
                  <a:schemeClr val="bg1"/>
                </a:solidFill>
              </a:rPr>
              <a:t>ms</a:t>
            </a:r>
            <a:r>
              <a:rPr lang="en-US" sz="1800" b="1" dirty="0">
                <a:solidFill>
                  <a:schemeClr val="bg1"/>
                </a:solidFill>
              </a:rPr>
              <a:t>)</a:t>
            </a:r>
            <a:endParaRPr sz="1800" b="1" dirty="0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D88FE5C-DC1A-682B-5D96-9B334D0FB10A}"/>
              </a:ext>
            </a:extLst>
          </p:cNvPr>
          <p:cNvSpPr/>
          <p:nvPr/>
        </p:nvSpPr>
        <p:spPr>
          <a:xfrm>
            <a:off x="6110248" y="2188965"/>
            <a:ext cx="2845203" cy="95151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26">
            <a:extLst>
              <a:ext uri="{FF2B5EF4-FFF2-40B4-BE49-F238E27FC236}">
                <a16:creationId xmlns:a16="http://schemas.microsoft.com/office/drawing/2014/main" id="{4BE9414B-0903-B00B-C192-9E777720F061}"/>
              </a:ext>
            </a:extLst>
          </p:cNvPr>
          <p:cNvCxnSpPr>
            <a:cxnSpLocks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9762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6C71D855-A718-3AE1-178E-C168049FC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8B86586F-E5F5-92C7-CAFC-99D1A67B3E9F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BE5BA653-B4F1-F2E1-BFCD-EFCDC2597F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5E87D67C-C842-C54C-8A65-F2E677C6FF71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FA2DB70-CD4D-3821-4533-1953AA910F39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4EA9B33D-F69B-2EC2-4E5E-E0D4E16D127D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F4D4D747-88B1-60EA-48E3-CFF5528354FF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8CB5FD44-C856-DBC0-1609-E9621AA501B8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558A54DF-DC23-0FB6-3436-F3DBBED83EC7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625944F9-0A4A-0CF5-AEB4-18E0C953F7E0}"/>
              </a:ext>
            </a:extLst>
          </p:cNvPr>
          <p:cNvGrpSpPr/>
          <p:nvPr/>
        </p:nvGrpSpPr>
        <p:grpSpPr>
          <a:xfrm>
            <a:off x="6883862" y="3804702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06B4B4F2-4191-EDDF-200D-D57BA4B71891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BC8DC6A8-B7C3-8C77-6B5F-C241C0DC6C3A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6CA076F8-5AB2-B219-368D-0B4A5FF7F0A1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6CE653BB-3BA1-E572-32DE-9383D5280068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C548AABB-FD5F-7D1E-9289-24ECDC1D0DE0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F28F5F45-1E5E-94D2-9D8D-D7073FFFC6DE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9CC55CED-3AF1-25D4-C115-45C84EBD8143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69596FC6-0F17-13F0-F18A-3DDBCB5F81BA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401BAF81-AABC-2AAE-D7CF-7E30C259D5E6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0613A564-4AB4-A354-73C6-E2566BBF3FB6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ACF29A12-59B7-F578-7BD2-4A7FBC4935E1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500CB619-45F4-E457-494B-B3E68778E9EC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326E6173-9F8F-78E3-851C-11C1EDF6B80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D2B74860-3FDE-897B-38F4-3A451ECFF638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A17A59C-9990-42EC-AEB2-D76AE617ED90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F4FF1992-D42A-F6DB-9111-4DE6B0C0AA23}"/>
              </a:ext>
            </a:extLst>
          </p:cNvPr>
          <p:cNvSpPr/>
          <p:nvPr/>
        </p:nvSpPr>
        <p:spPr>
          <a:xfrm>
            <a:off x="207707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1FEF39-780E-05F8-045E-C4092045D3CD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127E8D95-BA85-858C-B884-84924D66E802}"/>
              </a:ext>
            </a:extLst>
          </p:cNvPr>
          <p:cNvSpPr/>
          <p:nvPr/>
        </p:nvSpPr>
        <p:spPr>
          <a:xfrm>
            <a:off x="3035536" y="820396"/>
            <a:ext cx="2865974" cy="72800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C903402A-10BA-FB6D-054F-C2262D3C3160}"/>
              </a:ext>
            </a:extLst>
          </p:cNvPr>
          <p:cNvCxnSpPr>
            <a:cxnSpLocks/>
          </p:cNvCxnSpPr>
          <p:nvPr/>
        </p:nvCxnSpPr>
        <p:spPr>
          <a:xfrm flipH="1">
            <a:off x="973802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E7E3078-6D73-F6ED-3BA2-C6A67C97C60C}"/>
              </a:ext>
            </a:extLst>
          </p:cNvPr>
          <p:cNvSpPr/>
          <p:nvPr/>
        </p:nvSpPr>
        <p:spPr>
          <a:xfrm>
            <a:off x="2278617" y="1660410"/>
            <a:ext cx="2788435" cy="3201521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1A534D41-C79A-D9D4-E8DF-FFC9692C3D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10662" y="3762672"/>
                <a:ext cx="2445978" cy="748577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For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i-th</a:t>
                </a: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frame: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m:rPr>
                            <m:brk m:alnAt="23"/>
                          </m:r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Sup>
                          <m:sSubSupPr>
                            <m:ctrl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 xmlns=""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1A534D41-C79A-D9D4-E8DF-FFC9692C3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0662" y="3762672"/>
                <a:ext cx="2445978" cy="748577"/>
              </a:xfrm>
              <a:prstGeom prst="rect">
                <a:avLst/>
              </a:prstGeom>
              <a:blipFill>
                <a:blip r:embed="rId3"/>
                <a:stretch>
                  <a:fillRect l="-1990" t="-15447" b="-84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1DA53A22-E522-222F-0242-B269022E0B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15031" y="1813487"/>
            <a:ext cx="2526797" cy="1181843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sp>
        <p:nvSpPr>
          <p:cNvPr id="14" name="Rectangle">
            <a:extLst>
              <a:ext uri="{FF2B5EF4-FFF2-40B4-BE49-F238E27FC236}">
                <a16:creationId xmlns:a16="http://schemas.microsoft.com/office/drawing/2014/main" id="{8FEB0EF2-E3F3-27DD-7A58-9DC24C657FBD}"/>
              </a:ext>
            </a:extLst>
          </p:cNvPr>
          <p:cNvSpPr/>
          <p:nvPr/>
        </p:nvSpPr>
        <p:spPr>
          <a:xfrm>
            <a:off x="5539556" y="1660411"/>
            <a:ext cx="2788435" cy="3200386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Google Shape;1040;p31">
                <a:extLst>
                  <a:ext uri="{FF2B5EF4-FFF2-40B4-BE49-F238E27FC236}">
                    <a16:creationId xmlns:a16="http://schemas.microsoft.com/office/drawing/2014/main" id="{033E73B2-0401-5A06-CB52-232184A0FD5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80254" y="3753501"/>
                <a:ext cx="2507038" cy="908495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For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i-th</a:t>
                </a: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frame: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SC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m:rPr>
                                <m:brk m:alnAt="23"/>
                              </m:r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d>
                              <m:dPr>
                                <m:ctrlP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ctrlP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m:rPr>
                                <m:brk m:alnAt="23"/>
                              </m:rP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vi-VN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 xmlns="">
          <p:sp>
            <p:nvSpPr>
              <p:cNvPr id="16" name="Google Shape;1040;p31">
                <a:extLst>
                  <a:ext uri="{FF2B5EF4-FFF2-40B4-BE49-F238E27FC236}">
                    <a16:creationId xmlns:a16="http://schemas.microsoft.com/office/drawing/2014/main" id="{033E73B2-0401-5A06-CB52-232184A0F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0254" y="3753501"/>
                <a:ext cx="2507038" cy="908495"/>
              </a:xfrm>
              <a:prstGeom prst="rect">
                <a:avLst/>
              </a:prstGeom>
              <a:blipFill>
                <a:blip r:embed="rId5"/>
                <a:stretch>
                  <a:fillRect l="-2190" t="-93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14FADED8-D5BB-2987-BC5B-53054F813AD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680254" y="1806837"/>
            <a:ext cx="2507038" cy="1687524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3715379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D9CACD86-84C0-B75C-0D0F-4355233A9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Rectangle: Rounded Corners 1033">
            <a:extLst>
              <a:ext uri="{FF2B5EF4-FFF2-40B4-BE49-F238E27FC236}">
                <a16:creationId xmlns:a16="http://schemas.microsoft.com/office/drawing/2014/main" id="{D4BDCF0C-750D-B434-D5CF-77526E04AB80}"/>
              </a:ext>
            </a:extLst>
          </p:cNvPr>
          <p:cNvSpPr/>
          <p:nvPr/>
        </p:nvSpPr>
        <p:spPr>
          <a:xfrm>
            <a:off x="1836013" y="2972252"/>
            <a:ext cx="6829466" cy="1864513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0EF1595-044C-EB48-58E7-9B3723590E35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FBAD4EEC-FD83-2AC3-056A-96ABCF3AA3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9C7EC4B7-6165-F195-D04D-4050FDAB86A7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483B8DE3-0E53-C4F0-2F8F-A421E8FB0C8B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92957779-4135-4379-F695-B8A0B5A00D6C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2A1B4954-A701-9E2B-811E-5CC0C1F2548B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373209CE-658C-2F06-6932-7FB89F85A7B5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AB8EDAD1-949F-ADAB-12C1-7CC0E0597062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8437A863-0154-3979-1463-872FD8FB1A2E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B9599720-CDAD-1107-CAE3-5E15B3B3D974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72A0D1D-9452-A835-B64A-40ED6FBCA767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156D6326-D4B1-8BEE-A350-65BA07EABD79}"/>
              </a:ext>
            </a:extLst>
          </p:cNvPr>
          <p:cNvSpPr/>
          <p:nvPr/>
        </p:nvSpPr>
        <p:spPr>
          <a:xfrm>
            <a:off x="207707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E2E2854-BFDA-D670-A8B7-A82A732CD38E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2AB62795-2936-6D01-A91D-90F47453708B}"/>
              </a:ext>
            </a:extLst>
          </p:cNvPr>
          <p:cNvCxnSpPr>
            <a:cxnSpLocks/>
          </p:cNvCxnSpPr>
          <p:nvPr/>
        </p:nvCxnSpPr>
        <p:spPr>
          <a:xfrm flipH="1">
            <a:off x="973802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6D928B00-EC7A-DC85-A1CA-91F1AB8C56A4}"/>
              </a:ext>
            </a:extLst>
          </p:cNvPr>
          <p:cNvSpPr/>
          <p:nvPr/>
        </p:nvSpPr>
        <p:spPr>
          <a:xfrm>
            <a:off x="202314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BBF1135-C201-0BB9-5639-8FF721AC599A}"/>
              </a:ext>
            </a:extLst>
          </p:cNvPr>
          <p:cNvCxnSpPr>
            <a:cxnSpLocks/>
          </p:cNvCxnSpPr>
          <p:nvPr/>
        </p:nvCxnSpPr>
        <p:spPr>
          <a:xfrm flipH="1">
            <a:off x="970284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ACB155BD-E8ED-612F-236B-4A980AF802A5}"/>
              </a:ext>
            </a:extLst>
          </p:cNvPr>
          <p:cNvSpPr/>
          <p:nvPr/>
        </p:nvSpPr>
        <p:spPr>
          <a:xfrm>
            <a:off x="2347815" y="871910"/>
            <a:ext cx="2749228" cy="85318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E678B7F-E625-DE2F-D89C-E40E244A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02074" y="2030651"/>
            <a:ext cx="6251392" cy="2500557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FDDE10F-B2A7-1E87-B5D5-0A4A07C0C3D6}"/>
              </a:ext>
            </a:extLst>
          </p:cNvPr>
          <p:cNvSpPr/>
          <p:nvPr/>
        </p:nvSpPr>
        <p:spPr>
          <a:xfrm>
            <a:off x="5421572" y="871910"/>
            <a:ext cx="2749227" cy="85318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24" name="Straight Arrow Connector 7">
            <a:extLst>
              <a:ext uri="{FF2B5EF4-FFF2-40B4-BE49-F238E27FC236}">
                <a16:creationId xmlns:a16="http://schemas.microsoft.com/office/drawing/2014/main" id="{03CEB09B-C7D4-C731-6D1A-0E069E568DCD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5097043" y="1298502"/>
            <a:ext cx="324529" cy="0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C966B800-3B70-1C6D-072D-A2821A7C8B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72768" y="2664657"/>
            <a:ext cx="691376" cy="439866"/>
          </a:xfrm>
          <a:prstGeom prst="curvedConnector3">
            <a:avLst/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07C7F881-B4AE-1F19-BFB5-CEFCEA9E1DC7}"/>
              </a:ext>
            </a:extLst>
          </p:cNvPr>
          <p:cNvCxnSpPr>
            <a:cxnSpLocks/>
          </p:cNvCxnSpPr>
          <p:nvPr/>
        </p:nvCxnSpPr>
        <p:spPr>
          <a:xfrm rot="16200000" flipH="1">
            <a:off x="5452246" y="3147660"/>
            <a:ext cx="425155" cy="74340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56864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995E6A3F-447F-8DA9-73C6-7461E8BE5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AA1B9BD-BFA4-ECDA-8E72-6085C05AD64F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276AA00E-73B5-11D3-85A8-C3C8F4EE7B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31B18954-3E19-5082-BECC-CEBEFDF30871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0B7A544-47BB-FDB2-23A1-A01E52DB23BF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A1E64CF-F209-3B6B-A295-366C60CCADF7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7AFC4A20-51E8-726C-FDFE-36703FE7BC28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B6349101-BAC0-B5F9-C965-A3079E44BAB2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CB007001-AE53-1C43-2699-CB8E596B6D94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734BAF78-594E-E424-5359-8120079B19B6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1AAAC33A-1A3A-97EB-E08E-35DD77F5B66A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FE1A831-90B2-D660-2C3A-69C395E96BED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22FD9885-D590-873F-6059-7D14EFC5CABB}"/>
              </a:ext>
            </a:extLst>
          </p:cNvPr>
          <p:cNvSpPr/>
          <p:nvPr/>
        </p:nvSpPr>
        <p:spPr>
          <a:xfrm>
            <a:off x="207707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7260778-862F-8F54-4949-B8CB72CF344E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9387DBA0-A3A0-91D6-4CE7-8ECC0809AD81}"/>
              </a:ext>
            </a:extLst>
          </p:cNvPr>
          <p:cNvCxnSpPr>
            <a:cxnSpLocks/>
          </p:cNvCxnSpPr>
          <p:nvPr/>
        </p:nvCxnSpPr>
        <p:spPr>
          <a:xfrm flipH="1">
            <a:off x="973802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A62DDE9-AE3D-FD49-6299-57ED714C609E}"/>
              </a:ext>
            </a:extLst>
          </p:cNvPr>
          <p:cNvSpPr/>
          <p:nvPr/>
        </p:nvSpPr>
        <p:spPr>
          <a:xfrm>
            <a:off x="202314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3CC69B-8130-3928-713D-47BC6434DB49}"/>
              </a:ext>
            </a:extLst>
          </p:cNvPr>
          <p:cNvCxnSpPr>
            <a:cxnSpLocks/>
          </p:cNvCxnSpPr>
          <p:nvPr/>
        </p:nvCxnSpPr>
        <p:spPr>
          <a:xfrm flipH="1">
            <a:off x="970284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F6DEF1A-5F50-578D-AFD0-6826753391AC}"/>
              </a:ext>
            </a:extLst>
          </p:cNvPr>
          <p:cNvSpPr/>
          <p:nvPr/>
        </p:nvSpPr>
        <p:spPr>
          <a:xfrm>
            <a:off x="18988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75EDB1-1BA5-495D-8EAE-A6E7606F799D}"/>
              </a:ext>
            </a:extLst>
          </p:cNvPr>
          <p:cNvSpPr/>
          <p:nvPr/>
        </p:nvSpPr>
        <p:spPr>
          <a:xfrm>
            <a:off x="2061060" y="4385073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7DA8B5F-573F-5E6E-6BF8-ECAECDA9593B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750683" y="4640332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51686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3F59A2AD-6B4B-226C-FC54-D056B5625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: Rounded Corners 1034">
            <a:extLst>
              <a:ext uri="{FF2B5EF4-FFF2-40B4-BE49-F238E27FC236}">
                <a16:creationId xmlns:a16="http://schemas.microsoft.com/office/drawing/2014/main" id="{2C3C9BFC-E239-0BFE-F44C-DE900A9FFDF2}"/>
              </a:ext>
            </a:extLst>
          </p:cNvPr>
          <p:cNvSpPr/>
          <p:nvPr/>
        </p:nvSpPr>
        <p:spPr>
          <a:xfrm>
            <a:off x="1524000" y="2967835"/>
            <a:ext cx="6829466" cy="2095398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8F145AF-4031-4AEE-60D9-735C60D9A547}"/>
              </a:ext>
            </a:extLst>
          </p:cNvPr>
          <p:cNvSpPr/>
          <p:nvPr/>
        </p:nvSpPr>
        <p:spPr>
          <a:xfrm>
            <a:off x="-1235771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A125CEEC-D17E-479E-C933-1BE3F727CF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0B7245F3-4653-6315-62F2-48C14ADAA993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06DE7B0B-32B9-8B64-BE82-6B04FCF8B66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28A64BA3-81DE-7820-A2A5-52F2F1DAF9D5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F67DED6A-442E-C883-F543-7A4F072BFD8D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4194D378-CBAE-88F4-CAA9-E4F6F5A5DB8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687662AE-949F-DC21-2F3B-A85AC5F74349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C0185773-C0F6-EC76-DAFA-409BB16D455B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5FA0759E-EDB3-2D08-7D3C-446157F12A59}"/>
              </a:ext>
            </a:extLst>
          </p:cNvPr>
          <p:cNvSpPr/>
          <p:nvPr/>
        </p:nvSpPr>
        <p:spPr>
          <a:xfrm>
            <a:off x="-1652802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66838D1-9592-9E8B-3A4B-119ADA16D25A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-875319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4D157BEA-18BF-3CFC-69DE-07F4EDBBC54D}"/>
              </a:ext>
            </a:extLst>
          </p:cNvPr>
          <p:cNvSpPr/>
          <p:nvPr/>
        </p:nvSpPr>
        <p:spPr>
          <a:xfrm>
            <a:off x="-1640813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9B8162B-3576-75A5-95A5-1AA860741F2E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-875319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60897FDA-3572-564B-D677-3D0DDE5C9D16}"/>
              </a:ext>
            </a:extLst>
          </p:cNvPr>
          <p:cNvCxnSpPr>
            <a:cxnSpLocks/>
          </p:cNvCxnSpPr>
          <p:nvPr/>
        </p:nvCxnSpPr>
        <p:spPr>
          <a:xfrm flipH="1">
            <a:off x="-874718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FE8AB7D2-B6AC-583F-D695-6E297C5C2405}"/>
              </a:ext>
            </a:extLst>
          </p:cNvPr>
          <p:cNvSpPr/>
          <p:nvPr/>
        </p:nvSpPr>
        <p:spPr>
          <a:xfrm>
            <a:off x="-1646206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4AACAB-2E21-C4F4-0F15-15068D91B68B}"/>
              </a:ext>
            </a:extLst>
          </p:cNvPr>
          <p:cNvCxnSpPr>
            <a:cxnSpLocks/>
          </p:cNvCxnSpPr>
          <p:nvPr/>
        </p:nvCxnSpPr>
        <p:spPr>
          <a:xfrm flipH="1">
            <a:off x="-878236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78FA93D2-854F-8475-5720-9891B27702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70761" y="2062493"/>
            <a:ext cx="7160699" cy="2864280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020CC4BF-5B77-3B42-A61A-3BC1437CCCA2}"/>
              </a:ext>
            </a:extLst>
          </p:cNvPr>
          <p:cNvCxnSpPr>
            <a:cxnSpLocks/>
          </p:cNvCxnSpPr>
          <p:nvPr/>
        </p:nvCxnSpPr>
        <p:spPr>
          <a:xfrm rot="16200000" flipH="1">
            <a:off x="2020873" y="2406351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CB3E866-207D-4DD1-F951-495AB342C045}"/>
              </a:ext>
            </a:extLst>
          </p:cNvPr>
          <p:cNvSpPr/>
          <p:nvPr/>
        </p:nvSpPr>
        <p:spPr>
          <a:xfrm>
            <a:off x="-165863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8092EB-43CE-5265-74F5-CF9ABEC56E20}"/>
              </a:ext>
            </a:extLst>
          </p:cNvPr>
          <p:cNvSpPr/>
          <p:nvPr/>
        </p:nvSpPr>
        <p:spPr>
          <a:xfrm>
            <a:off x="212540" y="4385073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" name="Straight Arrow Connector 7">
            <a:extLst>
              <a:ext uri="{FF2B5EF4-FFF2-40B4-BE49-F238E27FC236}">
                <a16:creationId xmlns:a16="http://schemas.microsoft.com/office/drawing/2014/main" id="{F7C817CB-BD85-418D-5332-988B4C35E4F9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-97837" y="4640332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5B3CBC7-451D-237E-528B-47F808998BEE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903401" y="4000229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3AA3A210-D3D0-A45C-1E98-0A9EB22E418E}"/>
              </a:ext>
            </a:extLst>
          </p:cNvPr>
          <p:cNvSpPr/>
          <p:nvPr/>
        </p:nvSpPr>
        <p:spPr>
          <a:xfrm>
            <a:off x="3734823" y="825909"/>
            <a:ext cx="2643630" cy="9314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30" name="Connector: Curved 29">
            <a:extLst>
              <a:ext uri="{FF2B5EF4-FFF2-40B4-BE49-F238E27FC236}">
                <a16:creationId xmlns:a16="http://schemas.microsoft.com/office/drawing/2014/main" id="{7EA4A336-B849-8556-8C33-2B3E961926CA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49018" y="2689859"/>
            <a:ext cx="247522" cy="194731"/>
          </a:xfrm>
          <a:prstGeom prst="curvedConnector3">
            <a:avLst>
              <a:gd name="adj1" fmla="val 6901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: Curved 1030">
            <a:extLst>
              <a:ext uri="{FF2B5EF4-FFF2-40B4-BE49-F238E27FC236}">
                <a16:creationId xmlns:a16="http://schemas.microsoft.com/office/drawing/2014/main" id="{2BFEAD1F-F2D0-1017-FD2E-1AC060339A4B}"/>
              </a:ext>
            </a:extLst>
          </p:cNvPr>
          <p:cNvCxnSpPr>
            <a:cxnSpLocks/>
          </p:cNvCxnSpPr>
          <p:nvPr/>
        </p:nvCxnSpPr>
        <p:spPr>
          <a:xfrm rot="16200000" flipH="1">
            <a:off x="5830873" y="2477052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: Curved 1031">
            <a:extLst>
              <a:ext uri="{FF2B5EF4-FFF2-40B4-BE49-F238E27FC236}">
                <a16:creationId xmlns:a16="http://schemas.microsoft.com/office/drawing/2014/main" id="{1EA8E95F-58F7-9306-9ABF-E5DA1B078B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6225198" y="2448142"/>
            <a:ext cx="247522" cy="194731"/>
          </a:xfrm>
          <a:prstGeom prst="curvedConnector3">
            <a:avLst>
              <a:gd name="adj1" fmla="val 6901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3434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3CE6910F-909D-B159-5EE7-35418D0E2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: Rounded Corners 1034">
            <a:extLst>
              <a:ext uri="{FF2B5EF4-FFF2-40B4-BE49-F238E27FC236}">
                <a16:creationId xmlns:a16="http://schemas.microsoft.com/office/drawing/2014/main" id="{E2A07D6D-62F8-2E01-9F2D-C312263126E0}"/>
              </a:ext>
            </a:extLst>
          </p:cNvPr>
          <p:cNvSpPr/>
          <p:nvPr/>
        </p:nvSpPr>
        <p:spPr>
          <a:xfrm>
            <a:off x="6030955" y="981857"/>
            <a:ext cx="2514696" cy="933417"/>
          </a:xfrm>
          <a:prstGeom prst="roundRect">
            <a:avLst>
              <a:gd name="adj" fmla="val 20933"/>
            </a:avLst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333A77A-A362-B186-3CBC-A482023D2AD3}"/>
              </a:ext>
            </a:extLst>
          </p:cNvPr>
          <p:cNvSpPr/>
          <p:nvPr/>
        </p:nvSpPr>
        <p:spPr>
          <a:xfrm>
            <a:off x="-1235771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87FFD263-0DF4-FB6A-E39B-855748BF1F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E799AC68-626B-0256-4407-C60ED3A60805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DB67C83C-319B-5291-6193-1808E889A43F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C13011E0-DE36-A128-1285-E3724D96A261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14EB9AFF-03F8-CA42-1CFD-C0607C418711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941C43A2-F101-E3FE-62EB-93400AF8246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64FD0F32-AFB3-6942-47DE-E34B92B22776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BC0C76BC-279E-2D83-1254-F21F31BE8DE5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AD47421-4BE8-248A-6832-EC61196907EC}"/>
              </a:ext>
            </a:extLst>
          </p:cNvPr>
          <p:cNvSpPr/>
          <p:nvPr/>
        </p:nvSpPr>
        <p:spPr>
          <a:xfrm>
            <a:off x="-1652802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56D3E6-BFA3-291B-EC10-9353D6080AC2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-875319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FD4ED33E-DDD4-2492-03E6-2F3577113A1F}"/>
              </a:ext>
            </a:extLst>
          </p:cNvPr>
          <p:cNvSpPr/>
          <p:nvPr/>
        </p:nvSpPr>
        <p:spPr>
          <a:xfrm>
            <a:off x="-1640813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33D7295-AED0-FE98-A08C-3D872EB895CA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-875319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!!11">
            <a:extLst>
              <a:ext uri="{FF2B5EF4-FFF2-40B4-BE49-F238E27FC236}">
                <a16:creationId xmlns:a16="http://schemas.microsoft.com/office/drawing/2014/main" id="{DF64C152-3D2A-F452-6AD0-CF83DA13C5D3}"/>
              </a:ext>
            </a:extLst>
          </p:cNvPr>
          <p:cNvCxnSpPr>
            <a:cxnSpLocks/>
          </p:cNvCxnSpPr>
          <p:nvPr/>
        </p:nvCxnSpPr>
        <p:spPr>
          <a:xfrm flipH="1">
            <a:off x="-874718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429449D1-973B-A4D5-70FE-55DAD128604E}"/>
              </a:ext>
            </a:extLst>
          </p:cNvPr>
          <p:cNvSpPr/>
          <p:nvPr/>
        </p:nvSpPr>
        <p:spPr>
          <a:xfrm>
            <a:off x="-1646206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!!6">
            <a:extLst>
              <a:ext uri="{FF2B5EF4-FFF2-40B4-BE49-F238E27FC236}">
                <a16:creationId xmlns:a16="http://schemas.microsoft.com/office/drawing/2014/main" id="{E68F4B88-88A1-CE16-9A75-4116239CA1F5}"/>
              </a:ext>
            </a:extLst>
          </p:cNvPr>
          <p:cNvCxnSpPr>
            <a:cxnSpLocks/>
          </p:cNvCxnSpPr>
          <p:nvPr/>
        </p:nvCxnSpPr>
        <p:spPr>
          <a:xfrm flipH="1">
            <a:off x="-878236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0DB7D1C9-D06B-8861-81E8-C3489E8DED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70761" y="2062493"/>
            <a:ext cx="7160699" cy="2864280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8B426C2B-A673-E0CA-CAEC-99304FC4296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089453" y="2131807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70A03C60-3380-9ADC-6C9C-BFC5132552FE}"/>
              </a:ext>
            </a:extLst>
          </p:cNvPr>
          <p:cNvSpPr/>
          <p:nvPr/>
        </p:nvSpPr>
        <p:spPr>
          <a:xfrm>
            <a:off x="-165863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D227AD-0276-03B1-A4BA-024840CF2676}"/>
              </a:ext>
            </a:extLst>
          </p:cNvPr>
          <p:cNvSpPr/>
          <p:nvPr/>
        </p:nvSpPr>
        <p:spPr>
          <a:xfrm>
            <a:off x="203629" y="4377226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" name="!!7">
            <a:extLst>
              <a:ext uri="{FF2B5EF4-FFF2-40B4-BE49-F238E27FC236}">
                <a16:creationId xmlns:a16="http://schemas.microsoft.com/office/drawing/2014/main" id="{84B6D5D4-0048-415D-AC76-76402F1D571C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-106748" y="4632485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!!9">
            <a:extLst>
              <a:ext uri="{FF2B5EF4-FFF2-40B4-BE49-F238E27FC236}">
                <a16:creationId xmlns:a16="http://schemas.microsoft.com/office/drawing/2014/main" id="{8DD7EF70-58FA-AFB8-C06E-B2F5C839350C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894490" y="3992382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: Curved 1031">
            <a:extLst>
              <a:ext uri="{FF2B5EF4-FFF2-40B4-BE49-F238E27FC236}">
                <a16:creationId xmlns:a16="http://schemas.microsoft.com/office/drawing/2014/main" id="{9E5DB5EB-C5DC-BB63-1FD8-C07006D4626C}"/>
              </a:ext>
            </a:extLst>
          </p:cNvPr>
          <p:cNvCxnSpPr>
            <a:cxnSpLocks/>
          </p:cNvCxnSpPr>
          <p:nvPr/>
        </p:nvCxnSpPr>
        <p:spPr>
          <a:xfrm rot="10800000">
            <a:off x="6141378" y="2566398"/>
            <a:ext cx="267042" cy="192043"/>
          </a:xfrm>
          <a:prstGeom prst="curvedConnector3">
            <a:avLst>
              <a:gd name="adj1" fmla="val -707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02B88ED-5095-5475-AD75-CC9BE08836E8}"/>
              </a:ext>
            </a:extLst>
          </p:cNvPr>
          <p:cNvSpPr/>
          <p:nvPr/>
        </p:nvSpPr>
        <p:spPr>
          <a:xfrm>
            <a:off x="212539" y="3504332"/>
            <a:ext cx="1387409" cy="51443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7" name="!!8">
            <a:extLst>
              <a:ext uri="{FF2B5EF4-FFF2-40B4-BE49-F238E27FC236}">
                <a16:creationId xmlns:a16="http://schemas.microsoft.com/office/drawing/2014/main" id="{0EB65A74-27FE-6A28-8A10-DFC7572A4B79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903401" y="3154333"/>
            <a:ext cx="2843" cy="34999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4AD9DB4-273C-265E-6D3F-E564647AA013}"/>
              </a:ext>
            </a:extLst>
          </p:cNvPr>
          <p:cNvSpPr/>
          <p:nvPr/>
        </p:nvSpPr>
        <p:spPr>
          <a:xfrm>
            <a:off x="3297378" y="856163"/>
            <a:ext cx="2533876" cy="87095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753BF58-633F-677C-0762-D4D89E4D85D6}"/>
                  </a:ext>
                </a:extLst>
              </p:cNvPr>
              <p:cNvSpPr txBox="1"/>
              <p:nvPr/>
            </p:nvSpPr>
            <p:spPr>
              <a:xfrm>
                <a:off x="6030954" y="1032019"/>
                <a:ext cx="2514697" cy="8832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US" sz="20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T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sz="20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</a:t>
                </a:r>
              </a:p>
              <a:p>
                <a:pPr algn="ctr">
                  <a:spcAft>
                    <a:spcPts val="600"/>
                  </a:spcAft>
                </a:pPr>
                <a:r>
                  <a:rPr lang="en-US" sz="1800" i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(W is user-defined)</a:t>
                </a:r>
                <a:endParaRPr lang="vi-VN" sz="1800" i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753BF58-633F-677C-0762-D4D89E4D85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0954" y="1032019"/>
                <a:ext cx="2514697" cy="883255"/>
              </a:xfrm>
              <a:prstGeom prst="rect">
                <a:avLst/>
              </a:prstGeom>
              <a:blipFill>
                <a:blip r:embed="rId4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6853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D4218210-DECC-07F8-5BB9-3F20E51FA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F38084D-D78C-8B32-E788-91E26620C724}"/>
              </a:ext>
            </a:extLst>
          </p:cNvPr>
          <p:cNvSpPr/>
          <p:nvPr/>
        </p:nvSpPr>
        <p:spPr>
          <a:xfrm>
            <a:off x="-1235771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D439ADF4-715E-4635-D415-2CD58AA13E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D9DBA809-260B-0BA7-3350-E8342806A4D4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0CCC397E-99AE-F100-91EA-A740DF838F10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D9E624D7-B6E0-A2C6-C29D-B5448ACF0F6C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9F995688-B801-A9E4-C943-B85782CC112E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CD3274E7-2F44-1ED2-78F2-71E8447F82A5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7CF1723E-88D0-F81C-2D5E-CE50BC0E40E0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65ABA5F9-979C-5F56-9A78-198628EBF0BD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DCB99FDA-0C17-F7D6-925F-E8E0818DE487}"/>
              </a:ext>
            </a:extLst>
          </p:cNvPr>
          <p:cNvSpPr/>
          <p:nvPr/>
        </p:nvSpPr>
        <p:spPr>
          <a:xfrm>
            <a:off x="-1652802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2267336-5D9F-3A22-247C-6129153D91E8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-875319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61CF7F1B-615D-83CD-2AC8-04A23B8B3F49}"/>
              </a:ext>
            </a:extLst>
          </p:cNvPr>
          <p:cNvSpPr/>
          <p:nvPr/>
        </p:nvSpPr>
        <p:spPr>
          <a:xfrm>
            <a:off x="-1640813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BCEB0FA-7A5C-2778-2340-FB58377C3814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-875319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!!11">
            <a:extLst>
              <a:ext uri="{FF2B5EF4-FFF2-40B4-BE49-F238E27FC236}">
                <a16:creationId xmlns:a16="http://schemas.microsoft.com/office/drawing/2014/main" id="{2BF966AF-DD17-BF8D-191D-DC315CBA3FC1}"/>
              </a:ext>
            </a:extLst>
          </p:cNvPr>
          <p:cNvCxnSpPr>
            <a:cxnSpLocks/>
          </p:cNvCxnSpPr>
          <p:nvPr/>
        </p:nvCxnSpPr>
        <p:spPr>
          <a:xfrm flipH="1">
            <a:off x="-874718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4BAAC674-7985-07BB-8120-D40D92AE03A8}"/>
              </a:ext>
            </a:extLst>
          </p:cNvPr>
          <p:cNvSpPr/>
          <p:nvPr/>
        </p:nvSpPr>
        <p:spPr>
          <a:xfrm>
            <a:off x="-1646206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!!6">
            <a:extLst>
              <a:ext uri="{FF2B5EF4-FFF2-40B4-BE49-F238E27FC236}">
                <a16:creationId xmlns:a16="http://schemas.microsoft.com/office/drawing/2014/main" id="{CF5A9E42-9AA5-63A6-BA7D-AA85B2AAADB7}"/>
              </a:ext>
            </a:extLst>
          </p:cNvPr>
          <p:cNvCxnSpPr>
            <a:cxnSpLocks/>
          </p:cNvCxnSpPr>
          <p:nvPr/>
        </p:nvCxnSpPr>
        <p:spPr>
          <a:xfrm flipH="1">
            <a:off x="-878236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2607232D-7D54-F46F-CBE6-EAB2E8472EC3}"/>
              </a:ext>
            </a:extLst>
          </p:cNvPr>
          <p:cNvCxnSpPr>
            <a:cxnSpLocks/>
          </p:cNvCxnSpPr>
          <p:nvPr/>
        </p:nvCxnSpPr>
        <p:spPr>
          <a:xfrm rot="16200000" flipH="1">
            <a:off x="2089453" y="2131807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AFE167E-412B-438D-0ED5-476B3994AED0}"/>
              </a:ext>
            </a:extLst>
          </p:cNvPr>
          <p:cNvSpPr/>
          <p:nvPr/>
        </p:nvSpPr>
        <p:spPr>
          <a:xfrm>
            <a:off x="-165863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AAA2A8-6EF9-3DBE-5CBC-2065688173B9}"/>
              </a:ext>
            </a:extLst>
          </p:cNvPr>
          <p:cNvSpPr/>
          <p:nvPr/>
        </p:nvSpPr>
        <p:spPr>
          <a:xfrm>
            <a:off x="203629" y="4377226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" name="!!7">
            <a:extLst>
              <a:ext uri="{FF2B5EF4-FFF2-40B4-BE49-F238E27FC236}">
                <a16:creationId xmlns:a16="http://schemas.microsoft.com/office/drawing/2014/main" id="{769A83A7-5E30-62DD-D9B0-5C6033A14ADA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-106748" y="4632485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!!9">
            <a:extLst>
              <a:ext uri="{FF2B5EF4-FFF2-40B4-BE49-F238E27FC236}">
                <a16:creationId xmlns:a16="http://schemas.microsoft.com/office/drawing/2014/main" id="{8A3C4818-D09F-9DC5-678F-0A2687D1C550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894490" y="3992382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D58941A4-3D7D-55BE-D3E2-BDC9FD5F8F75}"/>
              </a:ext>
            </a:extLst>
          </p:cNvPr>
          <p:cNvSpPr/>
          <p:nvPr/>
        </p:nvSpPr>
        <p:spPr>
          <a:xfrm>
            <a:off x="212539" y="3504332"/>
            <a:ext cx="1387409" cy="51443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7" name="!!8">
            <a:extLst>
              <a:ext uri="{FF2B5EF4-FFF2-40B4-BE49-F238E27FC236}">
                <a16:creationId xmlns:a16="http://schemas.microsoft.com/office/drawing/2014/main" id="{9623D83E-E102-DB53-2F38-28EAC8CA6A62}"/>
              </a:ext>
            </a:extLst>
          </p:cNvPr>
          <p:cNvCxnSpPr>
            <a:cxnSpLocks/>
            <a:stCxn id="16" idx="0"/>
            <a:endCxn id="3" idx="2"/>
          </p:cNvCxnSpPr>
          <p:nvPr/>
        </p:nvCxnSpPr>
        <p:spPr>
          <a:xfrm flipV="1">
            <a:off x="906244" y="3151757"/>
            <a:ext cx="0" cy="352575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AED2C872-E2A2-0AD0-B2F2-77B48CE3CB78}"/>
              </a:ext>
            </a:extLst>
          </p:cNvPr>
          <p:cNvSpPr/>
          <p:nvPr/>
        </p:nvSpPr>
        <p:spPr>
          <a:xfrm>
            <a:off x="212539" y="2633380"/>
            <a:ext cx="1387409" cy="51837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FDA71ACE-50D9-D7A0-F084-09496F56493F}"/>
              </a:ext>
            </a:extLst>
          </p:cNvPr>
          <p:cNvSpPr/>
          <p:nvPr/>
        </p:nvSpPr>
        <p:spPr>
          <a:xfrm>
            <a:off x="212539" y="1862078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Thresholds T1 and T2.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165CEA1-BDB1-4BBF-334F-9E143A51B8E4}"/>
              </a:ext>
            </a:extLst>
          </p:cNvPr>
          <p:cNvCxnSpPr>
            <a:cxnSpLocks/>
            <a:stCxn id="3" idx="0"/>
            <a:endCxn id="19" idx="4"/>
          </p:cNvCxnSpPr>
          <p:nvPr/>
        </p:nvCxnSpPr>
        <p:spPr>
          <a:xfrm flipV="1">
            <a:off x="906244" y="2250149"/>
            <a:ext cx="0" cy="3832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" name="Oval 1025">
            <a:extLst>
              <a:ext uri="{FF2B5EF4-FFF2-40B4-BE49-F238E27FC236}">
                <a16:creationId xmlns:a16="http://schemas.microsoft.com/office/drawing/2014/main" id="{B2754B4E-C1EF-A262-EADB-D311C2E0045E}"/>
              </a:ext>
            </a:extLst>
          </p:cNvPr>
          <p:cNvSpPr/>
          <p:nvPr/>
        </p:nvSpPr>
        <p:spPr>
          <a:xfrm>
            <a:off x="544589" y="1098639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9ADCA3AD-F7C5-E768-AD9D-3D2A13A51B0D}"/>
              </a:ext>
            </a:extLst>
          </p:cNvPr>
          <p:cNvCxnSpPr>
            <a:cxnSpLocks/>
            <a:stCxn id="19" idx="0"/>
            <a:endCxn id="1026" idx="4"/>
          </p:cNvCxnSpPr>
          <p:nvPr/>
        </p:nvCxnSpPr>
        <p:spPr>
          <a:xfrm flipH="1" flipV="1">
            <a:off x="906243" y="1499345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9464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B9A655CD-9ABB-28BF-5F01-D44A2A362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9B565E59-812C-4135-261F-FBD76E37DF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909914BE-3186-CD77-CF0C-B7D5E046809E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EC3B3CD9-E090-1930-6B50-F96F48B6AE64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2C04EAC-4D68-AD29-6B01-7203688DD094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F10BF3C0-7707-6B37-A78F-8DC13DF25D7B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C250644A-4DFC-B349-0A8C-399A4F25FE0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B06408E5-E488-A2A8-720B-4CDAB3E0C752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B5398211-EA52-F5A2-C70E-957A7EF69BAE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1362" name="Oval 1361">
            <a:extLst>
              <a:ext uri="{FF2B5EF4-FFF2-40B4-BE49-F238E27FC236}">
                <a16:creationId xmlns:a16="http://schemas.microsoft.com/office/drawing/2014/main" id="{A1B06E0A-B5CB-CAB4-2D19-22AF98AA3F1C}"/>
              </a:ext>
            </a:extLst>
          </p:cNvPr>
          <p:cNvSpPr/>
          <p:nvPr/>
        </p:nvSpPr>
        <p:spPr>
          <a:xfrm>
            <a:off x="3067974" y="989934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363" name="Parallelogram 1362">
            <a:extLst>
              <a:ext uri="{FF2B5EF4-FFF2-40B4-BE49-F238E27FC236}">
                <a16:creationId xmlns:a16="http://schemas.microsoft.com/office/drawing/2014/main" id="{4DA2E47A-AC8D-314F-8073-1C6FE8CE9148}"/>
              </a:ext>
            </a:extLst>
          </p:cNvPr>
          <p:cNvSpPr/>
          <p:nvPr/>
        </p:nvSpPr>
        <p:spPr>
          <a:xfrm>
            <a:off x="2650943" y="1760460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364" name="Straight Arrow Connector 1363">
            <a:extLst>
              <a:ext uri="{FF2B5EF4-FFF2-40B4-BE49-F238E27FC236}">
                <a16:creationId xmlns:a16="http://schemas.microsoft.com/office/drawing/2014/main" id="{72EBCE34-E932-1F82-6606-D544C88C2D03}"/>
              </a:ext>
            </a:extLst>
          </p:cNvPr>
          <p:cNvCxnSpPr>
            <a:cxnSpLocks/>
            <a:stCxn id="1362" idx="4"/>
            <a:endCxn id="1363" idx="0"/>
          </p:cNvCxnSpPr>
          <p:nvPr/>
        </p:nvCxnSpPr>
        <p:spPr>
          <a:xfrm flipH="1">
            <a:off x="3428426" y="1390109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!!5">
            <a:extLst>
              <a:ext uri="{FF2B5EF4-FFF2-40B4-BE49-F238E27FC236}">
                <a16:creationId xmlns:a16="http://schemas.microsoft.com/office/drawing/2014/main" id="{0717CB98-EE17-DA5A-9A1A-2169B7588C52}"/>
              </a:ext>
            </a:extLst>
          </p:cNvPr>
          <p:cNvSpPr/>
          <p:nvPr/>
        </p:nvSpPr>
        <p:spPr>
          <a:xfrm>
            <a:off x="2662932" y="2531761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366" name="Straight Arrow Connector 1365">
            <a:extLst>
              <a:ext uri="{FF2B5EF4-FFF2-40B4-BE49-F238E27FC236}">
                <a16:creationId xmlns:a16="http://schemas.microsoft.com/office/drawing/2014/main" id="{81B57E12-FBE9-D583-4B30-2BFC5816B099}"/>
              </a:ext>
            </a:extLst>
          </p:cNvPr>
          <p:cNvCxnSpPr>
            <a:cxnSpLocks/>
            <a:stCxn id="1363" idx="4"/>
            <a:endCxn id="1365" idx="0"/>
          </p:cNvCxnSpPr>
          <p:nvPr/>
        </p:nvCxnSpPr>
        <p:spPr>
          <a:xfrm>
            <a:off x="3428426" y="2161288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!!11">
            <a:extLst>
              <a:ext uri="{FF2B5EF4-FFF2-40B4-BE49-F238E27FC236}">
                <a16:creationId xmlns:a16="http://schemas.microsoft.com/office/drawing/2014/main" id="{FD9C33A1-FB1A-A771-97A5-6987D5F694BA}"/>
              </a:ext>
            </a:extLst>
          </p:cNvPr>
          <p:cNvCxnSpPr>
            <a:cxnSpLocks/>
          </p:cNvCxnSpPr>
          <p:nvPr/>
        </p:nvCxnSpPr>
        <p:spPr>
          <a:xfrm flipH="1">
            <a:off x="3429027" y="3034182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8" name="Rectangle 1367">
            <a:extLst>
              <a:ext uri="{FF2B5EF4-FFF2-40B4-BE49-F238E27FC236}">
                <a16:creationId xmlns:a16="http://schemas.microsoft.com/office/drawing/2014/main" id="{4CDCD42F-8975-CEC9-2D1B-212953D956FC}"/>
              </a:ext>
            </a:extLst>
          </p:cNvPr>
          <p:cNvSpPr/>
          <p:nvPr/>
        </p:nvSpPr>
        <p:spPr>
          <a:xfrm>
            <a:off x="2657539" y="3402713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369" name="!!6">
            <a:extLst>
              <a:ext uri="{FF2B5EF4-FFF2-40B4-BE49-F238E27FC236}">
                <a16:creationId xmlns:a16="http://schemas.microsoft.com/office/drawing/2014/main" id="{A65AAAC9-BC5F-2A99-DFFB-9D0F73585A2E}"/>
              </a:ext>
            </a:extLst>
          </p:cNvPr>
          <p:cNvCxnSpPr>
            <a:cxnSpLocks/>
          </p:cNvCxnSpPr>
          <p:nvPr/>
        </p:nvCxnSpPr>
        <p:spPr>
          <a:xfrm flipH="1">
            <a:off x="3425509" y="3913915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0" name="Rectangle 1369">
            <a:extLst>
              <a:ext uri="{FF2B5EF4-FFF2-40B4-BE49-F238E27FC236}">
                <a16:creationId xmlns:a16="http://schemas.microsoft.com/office/drawing/2014/main" id="{B2EA0261-DDD3-3E1B-3C85-E92294924E8E}"/>
              </a:ext>
            </a:extLst>
          </p:cNvPr>
          <p:cNvSpPr/>
          <p:nvPr/>
        </p:nvSpPr>
        <p:spPr>
          <a:xfrm>
            <a:off x="2645110" y="4283454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371" name="Rectangle 1370">
            <a:extLst>
              <a:ext uri="{FF2B5EF4-FFF2-40B4-BE49-F238E27FC236}">
                <a16:creationId xmlns:a16="http://schemas.microsoft.com/office/drawing/2014/main" id="{ADECCD05-C958-548A-3FF9-B36693C9359A}"/>
              </a:ext>
            </a:extLst>
          </p:cNvPr>
          <p:cNvSpPr/>
          <p:nvPr/>
        </p:nvSpPr>
        <p:spPr>
          <a:xfrm>
            <a:off x="4507374" y="4275607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72" name="!!7">
            <a:extLst>
              <a:ext uri="{FF2B5EF4-FFF2-40B4-BE49-F238E27FC236}">
                <a16:creationId xmlns:a16="http://schemas.microsoft.com/office/drawing/2014/main" id="{07A00788-EA05-F616-18EE-8002223A6995}"/>
              </a:ext>
            </a:extLst>
          </p:cNvPr>
          <p:cNvCxnSpPr>
            <a:cxnSpLocks/>
            <a:endCxn id="1371" idx="1"/>
          </p:cNvCxnSpPr>
          <p:nvPr/>
        </p:nvCxnSpPr>
        <p:spPr>
          <a:xfrm>
            <a:off x="4196997" y="4530866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!!9">
            <a:extLst>
              <a:ext uri="{FF2B5EF4-FFF2-40B4-BE49-F238E27FC236}">
                <a16:creationId xmlns:a16="http://schemas.microsoft.com/office/drawing/2014/main" id="{E54863F7-AF95-1BAB-33C6-C150104C2F06}"/>
              </a:ext>
            </a:extLst>
          </p:cNvPr>
          <p:cNvCxnSpPr>
            <a:cxnSpLocks/>
            <a:stCxn id="1371" idx="0"/>
          </p:cNvCxnSpPr>
          <p:nvPr/>
        </p:nvCxnSpPr>
        <p:spPr>
          <a:xfrm flipH="1" flipV="1">
            <a:off x="5198235" y="3890763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4" name="Rectangle 1373">
            <a:extLst>
              <a:ext uri="{FF2B5EF4-FFF2-40B4-BE49-F238E27FC236}">
                <a16:creationId xmlns:a16="http://schemas.microsoft.com/office/drawing/2014/main" id="{4512187B-E62F-D5D9-8C8B-8DCFFFBBA2CB}"/>
              </a:ext>
            </a:extLst>
          </p:cNvPr>
          <p:cNvSpPr/>
          <p:nvPr/>
        </p:nvSpPr>
        <p:spPr>
          <a:xfrm>
            <a:off x="4516284" y="3402713"/>
            <a:ext cx="1387409" cy="51443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375" name="!!8">
            <a:extLst>
              <a:ext uri="{FF2B5EF4-FFF2-40B4-BE49-F238E27FC236}">
                <a16:creationId xmlns:a16="http://schemas.microsoft.com/office/drawing/2014/main" id="{07BD3018-733D-996A-9957-38294109F6C8}"/>
              </a:ext>
            </a:extLst>
          </p:cNvPr>
          <p:cNvCxnSpPr>
            <a:cxnSpLocks/>
            <a:stCxn id="1374" idx="0"/>
            <a:endCxn id="1026" idx="2"/>
          </p:cNvCxnSpPr>
          <p:nvPr/>
        </p:nvCxnSpPr>
        <p:spPr>
          <a:xfrm flipV="1">
            <a:off x="5209989" y="3050138"/>
            <a:ext cx="0" cy="352575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DC06A4B-7578-6749-9A80-50C9EF0456D9}"/>
              </a:ext>
            </a:extLst>
          </p:cNvPr>
          <p:cNvSpPr/>
          <p:nvPr/>
        </p:nvSpPr>
        <p:spPr>
          <a:xfrm>
            <a:off x="4516284" y="2531761"/>
            <a:ext cx="1387409" cy="51837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p:sp>
        <p:nvSpPr>
          <p:cNvPr id="1027" name="Parallelogram 1026">
            <a:extLst>
              <a:ext uri="{FF2B5EF4-FFF2-40B4-BE49-F238E27FC236}">
                <a16:creationId xmlns:a16="http://schemas.microsoft.com/office/drawing/2014/main" id="{BF849ECB-B9A7-932B-7B6C-FCC99292D834}"/>
              </a:ext>
            </a:extLst>
          </p:cNvPr>
          <p:cNvSpPr/>
          <p:nvPr/>
        </p:nvSpPr>
        <p:spPr>
          <a:xfrm>
            <a:off x="4516284" y="1760459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Thresholds T1 and T2.</a:t>
            </a:r>
          </a:p>
        </p:txBody>
      </p:sp>
      <p:cxnSp>
        <p:nvCxnSpPr>
          <p:cNvPr id="1028" name="Straight Arrow Connector 1027">
            <a:extLst>
              <a:ext uri="{FF2B5EF4-FFF2-40B4-BE49-F238E27FC236}">
                <a16:creationId xmlns:a16="http://schemas.microsoft.com/office/drawing/2014/main" id="{0A36DB30-8896-A015-232F-BBF6A4224FB4}"/>
              </a:ext>
            </a:extLst>
          </p:cNvPr>
          <p:cNvCxnSpPr>
            <a:cxnSpLocks/>
            <a:stCxn id="1026" idx="0"/>
            <a:endCxn id="1027" idx="4"/>
          </p:cNvCxnSpPr>
          <p:nvPr/>
        </p:nvCxnSpPr>
        <p:spPr>
          <a:xfrm flipV="1">
            <a:off x="5209989" y="2148530"/>
            <a:ext cx="0" cy="3832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Oval 1028">
            <a:extLst>
              <a:ext uri="{FF2B5EF4-FFF2-40B4-BE49-F238E27FC236}">
                <a16:creationId xmlns:a16="http://schemas.microsoft.com/office/drawing/2014/main" id="{6F883EC5-7ED1-2EBF-BAB8-F68385730236}"/>
              </a:ext>
            </a:extLst>
          </p:cNvPr>
          <p:cNvSpPr/>
          <p:nvPr/>
        </p:nvSpPr>
        <p:spPr>
          <a:xfrm>
            <a:off x="4848334" y="997020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F2FF44E7-6018-580A-437A-05C2DA397AE8}"/>
              </a:ext>
            </a:extLst>
          </p:cNvPr>
          <p:cNvCxnSpPr>
            <a:cxnSpLocks/>
            <a:stCxn id="1027" idx="0"/>
            <a:endCxn id="1029" idx="4"/>
          </p:cNvCxnSpPr>
          <p:nvPr/>
        </p:nvCxnSpPr>
        <p:spPr>
          <a:xfrm flipH="1" flipV="1">
            <a:off x="5209988" y="1397726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492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0">
        <p159:morph option="byObject"/>
      </p:transition>
    </mc:Choice>
    <mc:Fallback xmlns="">
      <p:transition spd="slow" advTm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50D1439A-F8D5-FF88-D073-1C8AE95BA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60A6E3E1-9F28-D47A-FB53-E3C5E9C04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652BBEFB-7A60-81EC-3982-CB308E4F373A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B10A3640-6C4D-35B1-C212-84C577EC84F8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CA4EC09B-17B9-136A-7805-AA8729824B5F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BF363BBC-95C0-5F03-DAA6-59DCA9265309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E6D29597-4911-7B07-2BAF-C9A5C0344F77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B642DF48-662B-B7C3-29E8-FAF6DF51DD6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A90385C4-B462-2368-419A-670474B52FEB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1362" name="Oval 1361">
            <a:extLst>
              <a:ext uri="{FF2B5EF4-FFF2-40B4-BE49-F238E27FC236}">
                <a16:creationId xmlns:a16="http://schemas.microsoft.com/office/drawing/2014/main" id="{27B3E3DC-A636-37EE-1812-96838C08730F}"/>
              </a:ext>
            </a:extLst>
          </p:cNvPr>
          <p:cNvSpPr/>
          <p:nvPr/>
        </p:nvSpPr>
        <p:spPr>
          <a:xfrm>
            <a:off x="1488238" y="855845"/>
            <a:ext cx="1775303" cy="585409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363" name="Parallelogram 1362">
            <a:extLst>
              <a:ext uri="{FF2B5EF4-FFF2-40B4-BE49-F238E27FC236}">
                <a16:creationId xmlns:a16="http://schemas.microsoft.com/office/drawing/2014/main" id="{8580FF8D-0CAD-1777-063D-8F76F6EF06DF}"/>
              </a:ext>
            </a:extLst>
          </p:cNvPr>
          <p:cNvSpPr/>
          <p:nvPr/>
        </p:nvSpPr>
        <p:spPr>
          <a:xfrm>
            <a:off x="492193" y="1601552"/>
            <a:ext cx="3767942" cy="586364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364" name="Straight Arrow Connector 1363">
            <a:extLst>
              <a:ext uri="{FF2B5EF4-FFF2-40B4-BE49-F238E27FC236}">
                <a16:creationId xmlns:a16="http://schemas.microsoft.com/office/drawing/2014/main" id="{1D780935-4306-7473-0F4E-181A866E34EB}"/>
              </a:ext>
            </a:extLst>
          </p:cNvPr>
          <p:cNvCxnSpPr>
            <a:cxnSpLocks/>
            <a:stCxn id="1362" idx="4"/>
            <a:endCxn id="1363" idx="0"/>
          </p:cNvCxnSpPr>
          <p:nvPr/>
        </p:nvCxnSpPr>
        <p:spPr>
          <a:xfrm>
            <a:off x="2375890" y="1441254"/>
            <a:ext cx="274" cy="16029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!!5">
            <a:extLst>
              <a:ext uri="{FF2B5EF4-FFF2-40B4-BE49-F238E27FC236}">
                <a16:creationId xmlns:a16="http://schemas.microsoft.com/office/drawing/2014/main" id="{A64DB122-0222-A6D1-DB26-FFAD2A8D87E6}"/>
              </a:ext>
            </a:extLst>
          </p:cNvPr>
          <p:cNvSpPr/>
          <p:nvPr/>
        </p:nvSpPr>
        <p:spPr>
          <a:xfrm>
            <a:off x="483002" y="2368886"/>
            <a:ext cx="3781727" cy="73498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366" name="Straight Arrow Connector 1365">
            <a:extLst>
              <a:ext uri="{FF2B5EF4-FFF2-40B4-BE49-F238E27FC236}">
                <a16:creationId xmlns:a16="http://schemas.microsoft.com/office/drawing/2014/main" id="{6A644823-E5C1-4506-9E08-DFC20516A482}"/>
              </a:ext>
            </a:extLst>
          </p:cNvPr>
          <p:cNvCxnSpPr>
            <a:cxnSpLocks/>
            <a:stCxn id="1363" idx="4"/>
            <a:endCxn id="1365" idx="0"/>
          </p:cNvCxnSpPr>
          <p:nvPr/>
        </p:nvCxnSpPr>
        <p:spPr>
          <a:xfrm flipH="1">
            <a:off x="2373866" y="2187916"/>
            <a:ext cx="2298" cy="180970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!!11">
            <a:extLst>
              <a:ext uri="{FF2B5EF4-FFF2-40B4-BE49-F238E27FC236}">
                <a16:creationId xmlns:a16="http://schemas.microsoft.com/office/drawing/2014/main" id="{536CEEEC-94F6-8C3F-EB18-D628909264EA}"/>
              </a:ext>
            </a:extLst>
          </p:cNvPr>
          <p:cNvCxnSpPr>
            <a:cxnSpLocks/>
            <a:stCxn id="1365" idx="2"/>
            <a:endCxn id="1368" idx="0"/>
          </p:cNvCxnSpPr>
          <p:nvPr/>
        </p:nvCxnSpPr>
        <p:spPr>
          <a:xfrm>
            <a:off x="2373866" y="3103868"/>
            <a:ext cx="4594" cy="17844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8" name="Rectangle 1367">
            <a:extLst>
              <a:ext uri="{FF2B5EF4-FFF2-40B4-BE49-F238E27FC236}">
                <a16:creationId xmlns:a16="http://schemas.microsoft.com/office/drawing/2014/main" id="{94C7B1B3-EE87-C7E9-E334-93172B12E419}"/>
              </a:ext>
            </a:extLst>
          </p:cNvPr>
          <p:cNvSpPr/>
          <p:nvPr/>
        </p:nvSpPr>
        <p:spPr>
          <a:xfrm>
            <a:off x="492191" y="3282314"/>
            <a:ext cx="3772537" cy="74782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369" name="!!6">
            <a:extLst>
              <a:ext uri="{FF2B5EF4-FFF2-40B4-BE49-F238E27FC236}">
                <a16:creationId xmlns:a16="http://schemas.microsoft.com/office/drawing/2014/main" id="{D5E3FE73-5F51-4B16-5478-687B1BDA9ECD}"/>
              </a:ext>
            </a:extLst>
          </p:cNvPr>
          <p:cNvCxnSpPr>
            <a:cxnSpLocks/>
            <a:stCxn id="1368" idx="2"/>
            <a:endCxn id="1370" idx="0"/>
          </p:cNvCxnSpPr>
          <p:nvPr/>
        </p:nvCxnSpPr>
        <p:spPr>
          <a:xfrm>
            <a:off x="2378460" y="4030142"/>
            <a:ext cx="0" cy="168625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0" name="Rectangle 1369">
            <a:extLst>
              <a:ext uri="{FF2B5EF4-FFF2-40B4-BE49-F238E27FC236}">
                <a16:creationId xmlns:a16="http://schemas.microsoft.com/office/drawing/2014/main" id="{6503DD52-3AA3-214E-5091-E2AF839DC5B5}"/>
              </a:ext>
            </a:extLst>
          </p:cNvPr>
          <p:cNvSpPr/>
          <p:nvPr/>
        </p:nvSpPr>
        <p:spPr>
          <a:xfrm>
            <a:off x="492191" y="4198767"/>
            <a:ext cx="3772537" cy="746826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371" name="Rectangle 1370">
            <a:extLst>
              <a:ext uri="{FF2B5EF4-FFF2-40B4-BE49-F238E27FC236}">
                <a16:creationId xmlns:a16="http://schemas.microsoft.com/office/drawing/2014/main" id="{45B37B2E-F22E-FF55-DD67-638F734B4B49}"/>
              </a:ext>
            </a:extLst>
          </p:cNvPr>
          <p:cNvSpPr/>
          <p:nvPr/>
        </p:nvSpPr>
        <p:spPr>
          <a:xfrm>
            <a:off x="4739869" y="4198767"/>
            <a:ext cx="3413924" cy="74782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72" name="!!7">
            <a:extLst>
              <a:ext uri="{FF2B5EF4-FFF2-40B4-BE49-F238E27FC236}">
                <a16:creationId xmlns:a16="http://schemas.microsoft.com/office/drawing/2014/main" id="{B89B46AC-4136-02FF-5E2C-EB9E081B0346}"/>
              </a:ext>
            </a:extLst>
          </p:cNvPr>
          <p:cNvCxnSpPr>
            <a:cxnSpLocks/>
            <a:stCxn id="1370" idx="3"/>
            <a:endCxn id="1371" idx="1"/>
          </p:cNvCxnSpPr>
          <p:nvPr/>
        </p:nvCxnSpPr>
        <p:spPr>
          <a:xfrm>
            <a:off x="4264728" y="4572180"/>
            <a:ext cx="475141" cy="50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!!9">
            <a:extLst>
              <a:ext uri="{FF2B5EF4-FFF2-40B4-BE49-F238E27FC236}">
                <a16:creationId xmlns:a16="http://schemas.microsoft.com/office/drawing/2014/main" id="{669AE882-4D9A-971D-15C1-EE8389F4D670}"/>
              </a:ext>
            </a:extLst>
          </p:cNvPr>
          <p:cNvCxnSpPr>
            <a:cxnSpLocks/>
            <a:stCxn id="1371" idx="0"/>
            <a:endCxn id="1374" idx="2"/>
          </p:cNvCxnSpPr>
          <p:nvPr/>
        </p:nvCxnSpPr>
        <p:spPr>
          <a:xfrm flipH="1" flipV="1">
            <a:off x="6442515" y="4032503"/>
            <a:ext cx="4316" cy="16626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4" name="Rectangle 1373">
            <a:extLst>
              <a:ext uri="{FF2B5EF4-FFF2-40B4-BE49-F238E27FC236}">
                <a16:creationId xmlns:a16="http://schemas.microsoft.com/office/drawing/2014/main" id="{E0D0003E-D054-DE9A-2E3D-6E5D9B701C63}"/>
              </a:ext>
            </a:extLst>
          </p:cNvPr>
          <p:cNvSpPr/>
          <p:nvPr/>
        </p:nvSpPr>
        <p:spPr>
          <a:xfrm>
            <a:off x="4739869" y="3279953"/>
            <a:ext cx="3405292" cy="75255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375" name="!!8">
            <a:extLst>
              <a:ext uri="{FF2B5EF4-FFF2-40B4-BE49-F238E27FC236}">
                <a16:creationId xmlns:a16="http://schemas.microsoft.com/office/drawing/2014/main" id="{41B0AACC-ACD7-752F-CC48-4E753DB00A7D}"/>
              </a:ext>
            </a:extLst>
          </p:cNvPr>
          <p:cNvCxnSpPr>
            <a:cxnSpLocks/>
            <a:stCxn id="1374" idx="0"/>
            <a:endCxn id="1026" idx="2"/>
          </p:cNvCxnSpPr>
          <p:nvPr/>
        </p:nvCxnSpPr>
        <p:spPr>
          <a:xfrm flipV="1">
            <a:off x="6442515" y="3105187"/>
            <a:ext cx="0" cy="17476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8BADA2A0-7A0B-DC9D-85EE-47F44C053F1C}"/>
              </a:ext>
            </a:extLst>
          </p:cNvPr>
          <p:cNvSpPr/>
          <p:nvPr/>
        </p:nvSpPr>
        <p:spPr>
          <a:xfrm>
            <a:off x="4739869" y="2346863"/>
            <a:ext cx="3405292" cy="75832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p:sp>
        <p:nvSpPr>
          <p:cNvPr id="1027" name="Parallelogram 1026">
            <a:extLst>
              <a:ext uri="{FF2B5EF4-FFF2-40B4-BE49-F238E27FC236}">
                <a16:creationId xmlns:a16="http://schemas.microsoft.com/office/drawing/2014/main" id="{7EEDCE09-478B-41BF-E429-A27934A95BA3}"/>
              </a:ext>
            </a:extLst>
          </p:cNvPr>
          <p:cNvSpPr/>
          <p:nvPr/>
        </p:nvSpPr>
        <p:spPr>
          <a:xfrm>
            <a:off x="4739869" y="1576465"/>
            <a:ext cx="3405292" cy="567702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Thresholds T1 and T2.</a:t>
            </a:r>
          </a:p>
        </p:txBody>
      </p:sp>
      <p:cxnSp>
        <p:nvCxnSpPr>
          <p:cNvPr id="1028" name="Straight Arrow Connector 1027">
            <a:extLst>
              <a:ext uri="{FF2B5EF4-FFF2-40B4-BE49-F238E27FC236}">
                <a16:creationId xmlns:a16="http://schemas.microsoft.com/office/drawing/2014/main" id="{B65C42B6-1A9C-AB5B-D7FA-0C0702573720}"/>
              </a:ext>
            </a:extLst>
          </p:cNvPr>
          <p:cNvCxnSpPr>
            <a:cxnSpLocks/>
            <a:stCxn id="1026" idx="0"/>
            <a:endCxn id="1027" idx="4"/>
          </p:cNvCxnSpPr>
          <p:nvPr/>
        </p:nvCxnSpPr>
        <p:spPr>
          <a:xfrm flipV="1">
            <a:off x="6442515" y="2144167"/>
            <a:ext cx="0" cy="20269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Oval 1028">
            <a:extLst>
              <a:ext uri="{FF2B5EF4-FFF2-40B4-BE49-F238E27FC236}">
                <a16:creationId xmlns:a16="http://schemas.microsoft.com/office/drawing/2014/main" id="{50788305-10F6-B10A-9835-8D1CE9AAB879}"/>
              </a:ext>
            </a:extLst>
          </p:cNvPr>
          <p:cNvSpPr/>
          <p:nvPr/>
        </p:nvSpPr>
        <p:spPr>
          <a:xfrm>
            <a:off x="5563495" y="849331"/>
            <a:ext cx="1775303" cy="58618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95860942-AB0B-6CC0-796C-1D0A99B9626E}"/>
              </a:ext>
            </a:extLst>
          </p:cNvPr>
          <p:cNvCxnSpPr>
            <a:cxnSpLocks/>
            <a:stCxn id="1027" idx="0"/>
            <a:endCxn id="1029" idx="4"/>
          </p:cNvCxnSpPr>
          <p:nvPr/>
        </p:nvCxnSpPr>
        <p:spPr>
          <a:xfrm flipV="1">
            <a:off x="6442515" y="1435516"/>
            <a:ext cx="8632" cy="14094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5440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4E2E823-755E-D63C-AEE5-AE130D20D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20068EBC-0427-BAA7-46FE-40550B682C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9255CF08-D0D4-46AE-F0A6-8915B6C7053E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9E60E4FD-5698-8265-491B-377EC34A74A7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603F61F-67D3-357D-472C-ED65E7E37FAC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A3D209BC-1693-B8CF-EADD-2DEFD7333C74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39C68FC2-47DD-5074-5043-63A9004F4D91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8096F73-087B-143B-6D13-CE8F3057B699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0DF89E07-4393-6BE1-03ED-38A3504487CA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EE1591-7284-96D2-8771-E71A8BC23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2641" y="821950"/>
            <a:ext cx="4858718" cy="2643809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6D5841A-19F3-D2F6-C2B8-224E68C80A85}"/>
              </a:ext>
            </a:extLst>
          </p:cNvPr>
          <p:cNvSpPr/>
          <p:nvPr/>
        </p:nvSpPr>
        <p:spPr>
          <a:xfrm>
            <a:off x="485702" y="3629452"/>
            <a:ext cx="8416130" cy="1338761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1497;p43">
            <a:extLst>
              <a:ext uri="{FF2B5EF4-FFF2-40B4-BE49-F238E27FC236}">
                <a16:creationId xmlns:a16="http://schemas.microsoft.com/office/drawing/2014/main" id="{94578FE3-DF60-7AC3-0C2E-65C8F0CB4964}"/>
              </a:ext>
            </a:extLst>
          </p:cNvPr>
          <p:cNvSpPr txBox="1">
            <a:spLocks/>
          </p:cNvSpPr>
          <p:nvPr/>
        </p:nvSpPr>
        <p:spPr>
          <a:xfrm>
            <a:off x="533173" y="3561855"/>
            <a:ext cx="8357254" cy="1566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>
              <a:spcAft>
                <a:spcPts val="600"/>
              </a:spcAft>
            </a:pPr>
            <a:r>
              <a:rPr lang="fr-FR" dirty="0" err="1">
                <a:solidFill>
                  <a:schemeClr val="accent6"/>
                </a:solidFill>
              </a:rPr>
              <a:t>Repeat</a:t>
            </a:r>
            <a:r>
              <a:rPr lang="fr-FR" dirty="0">
                <a:solidFill>
                  <a:schemeClr val="accent6"/>
                </a:solidFill>
              </a:rPr>
              <a:t> the </a:t>
            </a:r>
            <a:r>
              <a:rPr lang="fr-FR" dirty="0" err="1">
                <a:solidFill>
                  <a:schemeClr val="accent6"/>
                </a:solidFill>
              </a:rPr>
              <a:t>algorithm</a:t>
            </a:r>
            <a:r>
              <a:rPr lang="fr-FR" dirty="0">
                <a:solidFill>
                  <a:schemeClr val="accent6"/>
                </a:solidFill>
              </a:rPr>
              <a:t> for </a:t>
            </a:r>
            <a:r>
              <a:rPr lang="fr-FR" dirty="0" err="1">
                <a:solidFill>
                  <a:schemeClr val="accent6"/>
                </a:solidFill>
              </a:rPr>
              <a:t>each</a:t>
            </a:r>
            <a:r>
              <a:rPr lang="fr-FR">
                <a:solidFill>
                  <a:schemeClr val="accent6"/>
                </a:solidFill>
              </a:rPr>
              <a:t> Testing signal</a:t>
            </a:r>
            <a:r>
              <a:rPr lang="fr-FR" dirty="0">
                <a:solidFill>
                  <a:schemeClr val="accent6"/>
                </a:solidFill>
              </a:rPr>
              <a:t>. After </a:t>
            </a:r>
            <a:r>
              <a:rPr lang="fr-FR" dirty="0" err="1">
                <a:solidFill>
                  <a:schemeClr val="accent6"/>
                </a:solidFill>
              </a:rPr>
              <a:t>computing</a:t>
            </a:r>
            <a:r>
              <a:rPr lang="fr-FR" dirty="0">
                <a:solidFill>
                  <a:schemeClr val="accent6"/>
                </a:solidFill>
              </a:rPr>
              <a:t> the </a:t>
            </a:r>
            <a:r>
              <a:rPr lang="fr-FR" dirty="0" err="1">
                <a:solidFill>
                  <a:schemeClr val="accent6"/>
                </a:solidFill>
              </a:rPr>
              <a:t>histograms</a:t>
            </a:r>
            <a:r>
              <a:rPr lang="fr-FR" dirty="0">
                <a:solidFill>
                  <a:schemeClr val="accent6"/>
                </a:solidFill>
              </a:rPr>
              <a:t> and </a:t>
            </a:r>
            <a:r>
              <a:rPr lang="fr-FR" dirty="0" err="1">
                <a:solidFill>
                  <a:schemeClr val="accent6"/>
                </a:solidFill>
              </a:rPr>
              <a:t>filtering</a:t>
            </a:r>
            <a:r>
              <a:rPr lang="fr-FR" dirty="0">
                <a:solidFill>
                  <a:schemeClr val="accent6"/>
                </a:solidFill>
              </a:rPr>
              <a:t>, for </a:t>
            </a:r>
            <a:r>
              <a:rPr lang="fr-FR" dirty="0" err="1">
                <a:solidFill>
                  <a:schemeClr val="accent6"/>
                </a:solidFill>
              </a:rPr>
              <a:t>each</a:t>
            </a:r>
            <a:r>
              <a:rPr lang="fr-FR" dirty="0">
                <a:solidFill>
                  <a:schemeClr val="accent6"/>
                </a:solidFill>
              </a:rPr>
              <a:t> frame: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accent6"/>
                </a:solidFill>
              </a:rPr>
              <a:t>(If STE &gt; T1 &amp; SC &gt; T2) OR (STE &gt; T1_high) =&gt; Speech.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b="1" dirty="0" err="1">
                <a:solidFill>
                  <a:schemeClr val="accent6"/>
                </a:solidFill>
              </a:rPr>
              <a:t>Otherwise</a:t>
            </a:r>
            <a:r>
              <a:rPr lang="fr-FR" b="1" dirty="0">
                <a:solidFill>
                  <a:schemeClr val="accent6"/>
                </a:solidFill>
              </a:rPr>
              <a:t> =&gt; Silence.</a:t>
            </a:r>
          </a:p>
        </p:txBody>
      </p:sp>
    </p:spTree>
    <p:extLst>
      <p:ext uri="{BB962C8B-B14F-4D97-AF65-F5344CB8AC3E}">
        <p14:creationId xmlns:p14="http://schemas.microsoft.com/office/powerpoint/2010/main" val="30062624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47CC535-9490-4CE9-9A2C-884899223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71776D9E-9DD6-1691-E6B0-7B1DF8AA8B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781AF829-8B26-C8CD-BAAF-6310F7FB9CCF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5AAE36ED-5A22-7AE7-AA64-4C96BC818F4D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32C5B3B-CE7F-2CEE-A13A-EA21E060980E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156729A0-00A4-D150-9FD0-F48AE9D022C8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B694324C-8618-05BD-84B7-9A73610FDE1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435035E8-C881-987E-A26D-325D4F616CFE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2115F11A-675B-69B9-6143-4D238BE741F1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9F2DA87C-EDB8-D35F-F120-6D75A44A368D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ACE86499-4A83-B900-3CDE-5105C34A3A4B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6904A1CC-3782-5BA4-928A-9868542BB110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0BE5F5F7-4DB9-8D5E-8303-76C37201C918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711806E7-8CF0-D52D-C0A4-28D80F9552E9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AC357489-AFDC-9854-0E6C-46E87D17EAF3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165F6B3B-7D02-DDBB-EA7F-FDD6F4E40636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8002A58B-B349-C6A7-DD20-7823A3BC21D7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CF84887E-5EAB-3731-9C8A-4E3951DC2B65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0DD40CC5-5441-372D-A6AE-83BE241FE42A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05B83AEA-6A1A-C16B-5333-FCB22CE19B6A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E54B3D21-31B2-D659-C2EB-B7EE5A136091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ADBAD4C6-3041-A2C6-7126-FBD2BE94DC91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4847F15-C740-2014-7EFF-DB851A9BC533}"/>
              </a:ext>
            </a:extLst>
          </p:cNvPr>
          <p:cNvSpPr/>
          <p:nvPr/>
        </p:nvSpPr>
        <p:spPr>
          <a:xfrm>
            <a:off x="217259" y="3196143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E16B97-9C98-14BA-1EC6-34E3303DD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260" y="811081"/>
            <a:ext cx="4194462" cy="228236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5B7695-FAB7-0CD8-60A6-4A50CF4E39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25646" y="830849"/>
            <a:ext cx="4194463" cy="228236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5E3DD8B-31E3-A77D-430B-C88D7A0D9B8A}"/>
              </a:ext>
            </a:extLst>
          </p:cNvPr>
          <p:cNvSpPr txBox="1"/>
          <p:nvPr/>
        </p:nvSpPr>
        <p:spPr>
          <a:xfrm>
            <a:off x="210627" y="3215937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Highly accurate, very few errors.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STE effectively captures low-frequency male voice energy. The 10ms error is just frame shift.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119E2EF-EFDD-C465-9DCA-8AC4A4399505}"/>
              </a:ext>
            </a:extLst>
          </p:cNvPr>
          <p:cNvSpPr/>
          <p:nvPr/>
        </p:nvSpPr>
        <p:spPr>
          <a:xfrm>
            <a:off x="4732278" y="3180969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387ECB-B4FA-8197-FA21-BAA0E13A1047}"/>
              </a:ext>
            </a:extLst>
          </p:cNvPr>
          <p:cNvSpPr txBox="1"/>
          <p:nvPr/>
        </p:nvSpPr>
        <p:spPr>
          <a:xfrm>
            <a:off x="4725646" y="3200763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20ms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22.36ms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Slight boundary deviation at speech edges.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Female voices contain unvoiced sounds (low STE) at word edges, causing early or late cuts.</a:t>
            </a:r>
          </a:p>
        </p:txBody>
      </p:sp>
    </p:spTree>
    <p:extLst>
      <p:ext uri="{BB962C8B-B14F-4D97-AF65-F5344CB8AC3E}">
        <p14:creationId xmlns:p14="http://schemas.microsoft.com/office/powerpoint/2010/main" val="2610422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C1D1F1BF-D50E-4D03-71FA-26B612A33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DF3E9CE1-AE4F-5302-3CAA-1AEF09D411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E41FE977-92E5-3F86-FF23-509171518AB2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C3ADEC37-22D6-FD3B-DAC9-177B69E1896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59FBDD4-BA1B-7044-C9EC-C4235BC7B44D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C5CE542A-9B8A-0AF3-CF85-C4FCB7F8BB80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4C420431-6648-53A2-0200-B95BF7439949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71805CCD-D015-744C-3D6E-C5D69D31EF72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E725F4F3-7673-1473-CF14-C80FC9394C8A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74392FD3-C774-70B0-C151-FF27461C12F3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11F5A07F-7D37-EC11-312D-1BB2B002C772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DEAA9906-A4DF-C511-7020-9B03E79013FB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F3FA6C8B-8AE3-12F2-33AA-7F0B8F04CED7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D067601C-5761-9502-3306-2EFB080453C7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939C80D9-2FEA-47B3-9F64-D96948100456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12EE5C3E-9EE0-D87E-58A3-F819A27E2DF0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92E935D5-9447-65AC-53D4-6EF920D526B3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ED15E345-5CD7-F4F7-C1B9-29A1B41C7B9B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D10C01DE-33B4-7D68-D345-E37349A62BF9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5A5BF3D5-7326-80A2-100E-24C701C8B42E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497258D5-2201-6A05-21BA-6BD438ED53BE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FF66CDA0-5654-1398-C5A1-558FCEE858E8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D4F568B-1BA3-EBA0-F5A8-4E3FF0833AA4}"/>
              </a:ext>
            </a:extLst>
          </p:cNvPr>
          <p:cNvSpPr/>
          <p:nvPr/>
        </p:nvSpPr>
        <p:spPr>
          <a:xfrm>
            <a:off x="217259" y="3196143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DA59AE-A0F0-4141-BE55-44395270D3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3891" y="811081"/>
            <a:ext cx="4187830" cy="228236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75C2594-4774-7E68-19FA-EEA2D4C734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32278" y="830849"/>
            <a:ext cx="4104499" cy="228236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602FBD4-3FFC-59A2-F4DB-F7DD3F78E717}"/>
              </a:ext>
            </a:extLst>
          </p:cNvPr>
          <p:cNvSpPr txBox="1"/>
          <p:nvPr/>
        </p:nvSpPr>
        <p:spPr>
          <a:xfrm>
            <a:off x="210627" y="3215937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Highly accurate, very few errors.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STE effectively captures low-frequency male voice energy. The 10ms error is just frame shift.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9F30471-B620-323C-5868-BCDC95D64934}"/>
              </a:ext>
            </a:extLst>
          </p:cNvPr>
          <p:cNvSpPr/>
          <p:nvPr/>
        </p:nvSpPr>
        <p:spPr>
          <a:xfrm>
            <a:off x="4732278" y="3180969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C6EAA-B154-C53C-800C-202DF0A7D3F6}"/>
              </a:ext>
            </a:extLst>
          </p:cNvPr>
          <p:cNvSpPr txBox="1"/>
          <p:nvPr/>
        </p:nvSpPr>
        <p:spPr>
          <a:xfrm>
            <a:off x="4725646" y="3200763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15ms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15.81ms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Slight boundary deviation at speech edges.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Female voices contain unvoiced sounds (low STE) at word edges, causing early or late cuts.</a:t>
            </a:r>
          </a:p>
        </p:txBody>
      </p:sp>
    </p:spTree>
    <p:extLst>
      <p:ext uri="{BB962C8B-B14F-4D97-AF65-F5344CB8AC3E}">
        <p14:creationId xmlns:p14="http://schemas.microsoft.com/office/powerpoint/2010/main" val="1618851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>
          <a:extLst>
            <a:ext uri="{FF2B5EF4-FFF2-40B4-BE49-F238E27FC236}">
              <a16:creationId xmlns:a16="http://schemas.microsoft.com/office/drawing/2014/main" id="{060B5713-BE00-A361-FC4A-8B11B297B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!!3">
            <a:extLst>
              <a:ext uri="{FF2B5EF4-FFF2-40B4-BE49-F238E27FC236}">
                <a16:creationId xmlns:a16="http://schemas.microsoft.com/office/drawing/2014/main" id="{80684CCA-BE9E-D357-A30B-52FB3D9BB0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12660" y="715539"/>
            <a:ext cx="3946500" cy="18213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1113" name="!!1">
            <a:extLst>
              <a:ext uri="{FF2B5EF4-FFF2-40B4-BE49-F238E27FC236}">
                <a16:creationId xmlns:a16="http://schemas.microsoft.com/office/drawing/2014/main" id="{237EA76C-FAB4-2EFC-D12F-9F5D78B5E54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699834" y="2275964"/>
            <a:ext cx="4759076" cy="114705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BINARY SEARCH</a:t>
            </a:r>
            <a:br>
              <a:rPr lang="en" dirty="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ALGORITHM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115" name="!!2">
            <a:extLst>
              <a:ext uri="{FF2B5EF4-FFF2-40B4-BE49-F238E27FC236}">
                <a16:creationId xmlns:a16="http://schemas.microsoft.com/office/drawing/2014/main" id="{9115712C-9E48-3966-FDF7-7DC41FC5111E}"/>
              </a:ext>
            </a:extLst>
          </p:cNvPr>
          <p:cNvGrpSpPr/>
          <p:nvPr/>
        </p:nvGrpSpPr>
        <p:grpSpPr>
          <a:xfrm>
            <a:off x="2886682" y="2017430"/>
            <a:ext cx="3478000" cy="297870"/>
            <a:chOff x="4788672" y="2177404"/>
            <a:chExt cx="3478000" cy="192185"/>
          </a:xfrm>
        </p:grpSpPr>
        <p:sp>
          <p:nvSpPr>
            <p:cNvPr id="1116" name="Google Shape;1116;p33">
              <a:extLst>
                <a:ext uri="{FF2B5EF4-FFF2-40B4-BE49-F238E27FC236}">
                  <a16:creationId xmlns:a16="http://schemas.microsoft.com/office/drawing/2014/main" id="{D5041506-7F67-35B4-41B7-FF820CCA9FC3}"/>
                </a:ext>
              </a:extLst>
            </p:cNvPr>
            <p:cNvSpPr/>
            <p:nvPr/>
          </p:nvSpPr>
          <p:spPr>
            <a:xfrm rot="-2700000" flipH="1">
              <a:off x="7250940" y="2205609"/>
              <a:ext cx="136016" cy="135774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17" name="Google Shape;1117;p33">
              <a:extLst>
                <a:ext uri="{FF2B5EF4-FFF2-40B4-BE49-F238E27FC236}">
                  <a16:creationId xmlns:a16="http://schemas.microsoft.com/office/drawing/2014/main" id="{2EE0D355-5F18-D754-8A6B-D7AC72AB2534}"/>
                </a:ext>
              </a:extLst>
            </p:cNvPr>
            <p:cNvCxnSpPr>
              <a:stCxn id="1118" idx="6"/>
              <a:endCxn id="1119" idx="2"/>
            </p:cNvCxnSpPr>
            <p:nvPr/>
          </p:nvCxnSpPr>
          <p:spPr>
            <a:xfrm rot="10800000">
              <a:off x="4845772" y="2272517"/>
              <a:ext cx="3363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19" name="Google Shape;1119;p33">
              <a:extLst>
                <a:ext uri="{FF2B5EF4-FFF2-40B4-BE49-F238E27FC236}">
                  <a16:creationId xmlns:a16="http://schemas.microsoft.com/office/drawing/2014/main" id="{FE19CA53-A517-5B45-B27F-DDA49B3EB437}"/>
                </a:ext>
              </a:extLst>
            </p:cNvPr>
            <p:cNvSpPr/>
            <p:nvPr/>
          </p:nvSpPr>
          <p:spPr>
            <a:xfrm flipH="1">
              <a:off x="4788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3">
              <a:extLst>
                <a:ext uri="{FF2B5EF4-FFF2-40B4-BE49-F238E27FC236}">
                  <a16:creationId xmlns:a16="http://schemas.microsoft.com/office/drawing/2014/main" id="{1B9201EF-EE60-69B8-3935-F380F7DE822D}"/>
                </a:ext>
              </a:extLst>
            </p:cNvPr>
            <p:cNvSpPr/>
            <p:nvPr/>
          </p:nvSpPr>
          <p:spPr>
            <a:xfrm flipH="1">
              <a:off x="8209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33">
            <a:extLst>
              <a:ext uri="{FF2B5EF4-FFF2-40B4-BE49-F238E27FC236}">
                <a16:creationId xmlns:a16="http://schemas.microsoft.com/office/drawing/2014/main" id="{FEA7E9E9-3524-5FE4-AD41-A3B813C7B839}"/>
              </a:ext>
            </a:extLst>
          </p:cNvPr>
          <p:cNvGrpSpPr/>
          <p:nvPr/>
        </p:nvGrpSpPr>
        <p:grpSpPr>
          <a:xfrm flipH="1">
            <a:off x="7834772" y="2544125"/>
            <a:ext cx="1929500" cy="2210100"/>
            <a:chOff x="295725" y="-3462825"/>
            <a:chExt cx="1929500" cy="2210100"/>
          </a:xfrm>
        </p:grpSpPr>
        <p:sp>
          <p:nvSpPr>
            <p:cNvPr id="1121" name="Google Shape;1121;p33">
              <a:extLst>
                <a:ext uri="{FF2B5EF4-FFF2-40B4-BE49-F238E27FC236}">
                  <a16:creationId xmlns:a16="http://schemas.microsoft.com/office/drawing/2014/main" id="{982057BF-966E-A629-7D17-1FBA16EF8531}"/>
                </a:ext>
              </a:extLst>
            </p:cNvPr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3">
              <a:extLst>
                <a:ext uri="{FF2B5EF4-FFF2-40B4-BE49-F238E27FC236}">
                  <a16:creationId xmlns:a16="http://schemas.microsoft.com/office/drawing/2014/main" id="{2B93046F-5D94-AB4D-2B62-0DC7E4213BD6}"/>
                </a:ext>
              </a:extLst>
            </p:cNvPr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3">
              <a:extLst>
                <a:ext uri="{FF2B5EF4-FFF2-40B4-BE49-F238E27FC236}">
                  <a16:creationId xmlns:a16="http://schemas.microsoft.com/office/drawing/2014/main" id="{E1531CF7-C8F4-027A-044D-F48BDAB84D36}"/>
                </a:ext>
              </a:extLst>
            </p:cNvPr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3">
              <a:extLst>
                <a:ext uri="{FF2B5EF4-FFF2-40B4-BE49-F238E27FC236}">
                  <a16:creationId xmlns:a16="http://schemas.microsoft.com/office/drawing/2014/main" id="{1217F138-CCDA-F8A2-4D28-332B51CAC7D8}"/>
                </a:ext>
              </a:extLst>
            </p:cNvPr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3">
              <a:extLst>
                <a:ext uri="{FF2B5EF4-FFF2-40B4-BE49-F238E27FC236}">
                  <a16:creationId xmlns:a16="http://schemas.microsoft.com/office/drawing/2014/main" id="{60E82CCD-F3CB-AD80-9EC2-B5832132FC32}"/>
                </a:ext>
              </a:extLst>
            </p:cNvPr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3">
              <a:extLst>
                <a:ext uri="{FF2B5EF4-FFF2-40B4-BE49-F238E27FC236}">
                  <a16:creationId xmlns:a16="http://schemas.microsoft.com/office/drawing/2014/main" id="{EBD5C189-053F-03D6-6448-83FA568657BA}"/>
                </a:ext>
              </a:extLst>
            </p:cNvPr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3">
              <a:extLst>
                <a:ext uri="{FF2B5EF4-FFF2-40B4-BE49-F238E27FC236}">
                  <a16:creationId xmlns:a16="http://schemas.microsoft.com/office/drawing/2014/main" id="{1BB78F79-145F-F1CB-58FE-A0FFD78A5CD1}"/>
                </a:ext>
              </a:extLst>
            </p:cNvPr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3">
              <a:extLst>
                <a:ext uri="{FF2B5EF4-FFF2-40B4-BE49-F238E27FC236}">
                  <a16:creationId xmlns:a16="http://schemas.microsoft.com/office/drawing/2014/main" id="{2DE95582-F90A-46D1-0DE8-31AC0DA2C4A0}"/>
                </a:ext>
              </a:extLst>
            </p:cNvPr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3">
              <a:extLst>
                <a:ext uri="{FF2B5EF4-FFF2-40B4-BE49-F238E27FC236}">
                  <a16:creationId xmlns:a16="http://schemas.microsoft.com/office/drawing/2014/main" id="{BA8C086A-76F1-99CE-8F95-7EB8F34E8B32}"/>
                </a:ext>
              </a:extLst>
            </p:cNvPr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3">
              <a:extLst>
                <a:ext uri="{FF2B5EF4-FFF2-40B4-BE49-F238E27FC236}">
                  <a16:creationId xmlns:a16="http://schemas.microsoft.com/office/drawing/2014/main" id="{11267887-E9F6-D925-AA2B-C40FB78D7911}"/>
                </a:ext>
              </a:extLst>
            </p:cNvPr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3">
              <a:extLst>
                <a:ext uri="{FF2B5EF4-FFF2-40B4-BE49-F238E27FC236}">
                  <a16:creationId xmlns:a16="http://schemas.microsoft.com/office/drawing/2014/main" id="{F913BF70-69A6-30A5-203A-2E824B7894E1}"/>
                </a:ext>
              </a:extLst>
            </p:cNvPr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3">
              <a:extLst>
                <a:ext uri="{FF2B5EF4-FFF2-40B4-BE49-F238E27FC236}">
                  <a16:creationId xmlns:a16="http://schemas.microsoft.com/office/drawing/2014/main" id="{90153A4B-B7E9-1E3B-E11A-AAB67E9175D2}"/>
                </a:ext>
              </a:extLst>
            </p:cNvPr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3">
              <a:extLst>
                <a:ext uri="{FF2B5EF4-FFF2-40B4-BE49-F238E27FC236}">
                  <a16:creationId xmlns:a16="http://schemas.microsoft.com/office/drawing/2014/main" id="{C951B11B-2740-E7F0-B437-BE96FE074E2C}"/>
                </a:ext>
              </a:extLst>
            </p:cNvPr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3">
              <a:extLst>
                <a:ext uri="{FF2B5EF4-FFF2-40B4-BE49-F238E27FC236}">
                  <a16:creationId xmlns:a16="http://schemas.microsoft.com/office/drawing/2014/main" id="{FCCCC592-3F8E-693F-9188-254903926E7E}"/>
                </a:ext>
              </a:extLst>
            </p:cNvPr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3">
              <a:extLst>
                <a:ext uri="{FF2B5EF4-FFF2-40B4-BE49-F238E27FC236}">
                  <a16:creationId xmlns:a16="http://schemas.microsoft.com/office/drawing/2014/main" id="{37E17F34-966B-DF91-F9FD-3B635B730D90}"/>
                </a:ext>
              </a:extLst>
            </p:cNvPr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3">
              <a:extLst>
                <a:ext uri="{FF2B5EF4-FFF2-40B4-BE49-F238E27FC236}">
                  <a16:creationId xmlns:a16="http://schemas.microsoft.com/office/drawing/2014/main" id="{23D53B47-2696-7E6A-F3BC-73CE9A591719}"/>
                </a:ext>
              </a:extLst>
            </p:cNvPr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33">
              <a:extLst>
                <a:ext uri="{FF2B5EF4-FFF2-40B4-BE49-F238E27FC236}">
                  <a16:creationId xmlns:a16="http://schemas.microsoft.com/office/drawing/2014/main" id="{D64C704E-BD1F-675D-9E1E-AAEC67518E0F}"/>
                </a:ext>
              </a:extLst>
            </p:cNvPr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33">
              <a:extLst>
                <a:ext uri="{FF2B5EF4-FFF2-40B4-BE49-F238E27FC236}">
                  <a16:creationId xmlns:a16="http://schemas.microsoft.com/office/drawing/2014/main" id="{3A6ABD6C-8B3D-A4EB-58DA-E767451E3CB9}"/>
                </a:ext>
              </a:extLst>
            </p:cNvPr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33">
              <a:extLst>
                <a:ext uri="{FF2B5EF4-FFF2-40B4-BE49-F238E27FC236}">
                  <a16:creationId xmlns:a16="http://schemas.microsoft.com/office/drawing/2014/main" id="{7FDBD34C-5FF2-8FCE-F45C-786C73657040}"/>
                </a:ext>
              </a:extLst>
            </p:cNvPr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3">
              <a:extLst>
                <a:ext uri="{FF2B5EF4-FFF2-40B4-BE49-F238E27FC236}">
                  <a16:creationId xmlns:a16="http://schemas.microsoft.com/office/drawing/2014/main" id="{6D78D713-2E87-EA75-F92F-026AD9C481FA}"/>
                </a:ext>
              </a:extLst>
            </p:cNvPr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3">
              <a:extLst>
                <a:ext uri="{FF2B5EF4-FFF2-40B4-BE49-F238E27FC236}">
                  <a16:creationId xmlns:a16="http://schemas.microsoft.com/office/drawing/2014/main" id="{B8802FE5-471E-BE90-0056-E48261F262D7}"/>
                </a:ext>
              </a:extLst>
            </p:cNvPr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3">
              <a:extLst>
                <a:ext uri="{FF2B5EF4-FFF2-40B4-BE49-F238E27FC236}">
                  <a16:creationId xmlns:a16="http://schemas.microsoft.com/office/drawing/2014/main" id="{44EA9B56-DF72-F185-E424-241A7C5E19C9}"/>
                </a:ext>
              </a:extLst>
            </p:cNvPr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33">
              <a:extLst>
                <a:ext uri="{FF2B5EF4-FFF2-40B4-BE49-F238E27FC236}">
                  <a16:creationId xmlns:a16="http://schemas.microsoft.com/office/drawing/2014/main" id="{52450DA2-6E03-3687-10E3-ABEACC7DBA95}"/>
                </a:ext>
              </a:extLst>
            </p:cNvPr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33">
              <a:extLst>
                <a:ext uri="{FF2B5EF4-FFF2-40B4-BE49-F238E27FC236}">
                  <a16:creationId xmlns:a16="http://schemas.microsoft.com/office/drawing/2014/main" id="{D49139DF-DD72-8F91-3300-4177DE0BBE1E}"/>
                </a:ext>
              </a:extLst>
            </p:cNvPr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33">
              <a:extLst>
                <a:ext uri="{FF2B5EF4-FFF2-40B4-BE49-F238E27FC236}">
                  <a16:creationId xmlns:a16="http://schemas.microsoft.com/office/drawing/2014/main" id="{9D434482-A902-6344-75A4-20A1D9453E07}"/>
                </a:ext>
              </a:extLst>
            </p:cNvPr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6" name="Google Shape;1146;p33">
            <a:extLst>
              <a:ext uri="{FF2B5EF4-FFF2-40B4-BE49-F238E27FC236}">
                <a16:creationId xmlns:a16="http://schemas.microsoft.com/office/drawing/2014/main" id="{7DFF4AE0-4DE7-75DB-CE9B-7DA74A38210A}"/>
              </a:ext>
            </a:extLst>
          </p:cNvPr>
          <p:cNvGrpSpPr/>
          <p:nvPr/>
        </p:nvGrpSpPr>
        <p:grpSpPr>
          <a:xfrm>
            <a:off x="1005972" y="2347838"/>
            <a:ext cx="873188" cy="546900"/>
            <a:chOff x="1115510" y="4327288"/>
            <a:chExt cx="873188" cy="546900"/>
          </a:xfrm>
        </p:grpSpPr>
        <p:sp>
          <p:nvSpPr>
            <p:cNvPr id="1147" name="Google Shape;1147;p33">
              <a:extLst>
                <a:ext uri="{FF2B5EF4-FFF2-40B4-BE49-F238E27FC236}">
                  <a16:creationId xmlns:a16="http://schemas.microsoft.com/office/drawing/2014/main" id="{1EDCA48B-681C-23F7-F689-81155CAE0BB3}"/>
                </a:ext>
              </a:extLst>
            </p:cNvPr>
            <p:cNvSpPr/>
            <p:nvPr/>
          </p:nvSpPr>
          <p:spPr>
            <a:xfrm flipH="1">
              <a:off x="1115510" y="4327288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8" name="Google Shape;1148;p33">
              <a:extLst>
                <a:ext uri="{FF2B5EF4-FFF2-40B4-BE49-F238E27FC236}">
                  <a16:creationId xmlns:a16="http://schemas.microsoft.com/office/drawing/2014/main" id="{F0BE899D-4FB0-C104-3E92-CD14B1FB9E8A}"/>
                </a:ext>
              </a:extLst>
            </p:cNvPr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1149" name="Google Shape;1149;p33">
                <a:extLst>
                  <a:ext uri="{FF2B5EF4-FFF2-40B4-BE49-F238E27FC236}">
                    <a16:creationId xmlns:a16="http://schemas.microsoft.com/office/drawing/2014/main" id="{12BDD812-B336-7A31-9C10-05ABC841C16C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33">
                <a:extLst>
                  <a:ext uri="{FF2B5EF4-FFF2-40B4-BE49-F238E27FC236}">
                    <a16:creationId xmlns:a16="http://schemas.microsoft.com/office/drawing/2014/main" id="{B7BB9FBE-445C-AE71-5DDA-D98F0E9D30F4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33">
                <a:extLst>
                  <a:ext uri="{FF2B5EF4-FFF2-40B4-BE49-F238E27FC236}">
                    <a16:creationId xmlns:a16="http://schemas.microsoft.com/office/drawing/2014/main" id="{33879273-C4F0-9589-C640-88B28915D69F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AFA97A6-0ABF-AF32-4650-772663227807}"/>
              </a:ext>
            </a:extLst>
          </p:cNvPr>
          <p:cNvSpPr/>
          <p:nvPr/>
        </p:nvSpPr>
        <p:spPr>
          <a:xfrm>
            <a:off x="3142770" y="3849326"/>
            <a:ext cx="3252913" cy="387487"/>
          </a:xfrm>
          <a:prstGeom prst="round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Montserrat" panose="00000500000000000000" pitchFamily="2" charset="0"/>
              </a:rPr>
              <a:t>Presented by Huỳnh Hiếu Nghĩa</a:t>
            </a:r>
          </a:p>
        </p:txBody>
      </p:sp>
    </p:spTree>
    <p:extLst>
      <p:ext uri="{BB962C8B-B14F-4D97-AF65-F5344CB8AC3E}">
        <p14:creationId xmlns:p14="http://schemas.microsoft.com/office/powerpoint/2010/main" val="261101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4D173E16-9897-E93D-17E7-D8272F60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CD92C8E-2636-0112-47D6-DC01006B302D}"/>
              </a:ext>
            </a:extLst>
          </p:cNvPr>
          <p:cNvSpPr/>
          <p:nvPr/>
        </p:nvSpPr>
        <p:spPr>
          <a:xfrm>
            <a:off x="221578" y="1034553"/>
            <a:ext cx="1438888" cy="79103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3BB3FCB4-FAC5-A6ED-1A97-36D8B783A0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BINARY SEARCH: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697168BE-B2DF-E1A9-02F1-74FB0DEA1E3C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D1A2501C-F5CC-A935-0533-5CF584063D6C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376FC2F-F20B-92C3-2C99-A7704BB4390E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E090B611-CB8E-177B-F4E6-73A5FEF3ED01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E984B337-38F5-CDAD-93DC-8537F3EB5456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6D07DECA-3CBD-DA92-448B-9A4694EDC133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7F9D6772-C3B7-EB27-DEA8-6FFB0D8053F0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AC5E03D9-23DA-0B2F-C198-198DF6F7ACC5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99CF1917-2FF1-39FE-F05F-E0A548B03B84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C0C88ECB-620B-C350-2567-8974BA1D4A64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8437D908-EC56-2FDE-EEFB-EBD2F1F15F8C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FF337AC1-1606-3AE0-DFE8-416A5C4C3E03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3A5F0757-C69B-D9B0-DC45-F14191608E39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94BBC81C-D28A-C086-8A20-4791BD95BE53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5C874975-93B1-4C56-794F-03140AF44FEB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31E2327D-CB60-6054-945C-4370A401CC9F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D0AD1DA3-18A9-948C-420D-C518B9404FF8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62F2DDE0-354C-E7F2-A674-93AD9DFACA2A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A2A46F1E-8152-33FD-6ECC-680B144FB64C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6213825F-654D-7F98-5883-BAFD8E73C5F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46340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DF3B2F99-5D48-167B-B4D8-04E3B7ACF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F31E644-8E8E-5919-0094-4C14DCE13F75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01E461E7-4A64-BECC-EFDE-1210900883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BINARY SEARCH: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2E6FFA50-D992-961F-B5FC-45445280AA2B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D3C611C-643C-F971-AACC-D6657A01B8D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2DF51BC-D5D1-FA5E-87DF-C1DE1B3B8690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F734B795-7759-D941-C8EF-B30DE897C797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978C64D9-50E7-A19C-5FE4-EEDA92AFAA34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0F5EEA74-EDBD-A999-92BE-9795DA0AA225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46EBAFA6-B4C6-4353-41CE-4CE8ABE8FADB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530562FC-736D-40D0-16A3-C22CA5E88BFC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90A34C27-37E5-B173-12AA-114D9A7AEC92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FD30EC23-774D-9437-9DBD-E263E08EA241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D0616D9F-5B8A-76BF-9DB9-A0DA705FDA84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6F560F7F-6ADA-53EF-3FCE-F697F6CE1F92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18443DE4-AF0D-1C85-D973-60DB10AD2217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64EF8C8B-664E-C566-D731-90FBA49A6E3E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602E4555-C902-710D-F4F6-DD0D2228DA84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F536D382-023A-2318-15EB-D7D2FB99B27E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BF7190E8-5D18-6F14-4F4D-4DD2AF3B9405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703A9FD6-73F6-6B49-7CDC-2E9CAD667EDD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0BDE5236-2CA4-F790-F3B4-48B39F1A845A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355B3659-F211-5DA8-3FA4-46BC932EA663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9C7C030D-621B-3743-B44D-7B3C13C4DE3C}"/>
              </a:ext>
            </a:extLst>
          </p:cNvPr>
          <p:cNvSpPr/>
          <p:nvPr/>
        </p:nvSpPr>
        <p:spPr>
          <a:xfrm>
            <a:off x="3125368" y="877125"/>
            <a:ext cx="2893264" cy="96708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DD683E1E-79BC-8769-2449-F9E1F020A075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10">
            <a:extLst>
              <a:ext uri="{FF2B5EF4-FFF2-40B4-BE49-F238E27FC236}">
                <a16:creationId xmlns:a16="http://schemas.microsoft.com/office/drawing/2014/main" id="{B5DAAEB9-E83B-4F81-66DE-B2DE33560A41}"/>
              </a:ext>
            </a:extLst>
          </p:cNvPr>
          <p:cNvCxnSpPr>
            <a:cxnSpLocks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3D6DA17-E598-88EA-C978-BA7DA161D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86" y="2010772"/>
            <a:ext cx="1874920" cy="2128495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7" name="Google Shape;1040;p31">
            <a:extLst>
              <a:ext uri="{FF2B5EF4-FFF2-40B4-BE49-F238E27FC236}">
                <a16:creationId xmlns:a16="http://schemas.microsoft.com/office/drawing/2014/main" id="{E9DDA520-4F56-C187-5488-FC9141C3713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1060" y="2481302"/>
            <a:ext cx="3708217" cy="1187433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dirty="0">
                <a:solidFill>
                  <a:schemeClr val="bg1"/>
                </a:solidFill>
              </a:rPr>
              <a:t>Read files from </a:t>
            </a:r>
            <a:r>
              <a:rPr lang="en-US" sz="1800" b="1" dirty="0" err="1">
                <a:solidFill>
                  <a:schemeClr val="bg1"/>
                </a:solidFill>
              </a:rPr>
              <a:t>TinHieuHuanLuyen</a:t>
            </a:r>
            <a:r>
              <a:rPr lang="en-US" sz="1800" dirty="0">
                <a:solidFill>
                  <a:schemeClr val="bg1"/>
                </a:solidFill>
              </a:rPr>
              <a:t> directory.</a:t>
            </a:r>
            <a:endParaRPr sz="1800" dirty="0">
              <a:solidFill>
                <a:schemeClr val="bg1"/>
              </a:solidFill>
            </a:endParaRP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C8309687-3D39-67B4-8AE2-C1B2B5A884F8}"/>
              </a:ext>
            </a:extLst>
          </p:cNvPr>
          <p:cNvCxnSpPr>
            <a:cxnSpLocks/>
          </p:cNvCxnSpPr>
          <p:nvPr/>
        </p:nvCxnSpPr>
        <p:spPr>
          <a:xfrm>
            <a:off x="2221534" y="2481255"/>
            <a:ext cx="654965" cy="498911"/>
          </a:xfrm>
          <a:prstGeom prst="curvedConnector3">
            <a:avLst/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1F7AB45D-4C8D-F5FB-26AC-74CC68406BCC}"/>
              </a:ext>
            </a:extLst>
          </p:cNvPr>
          <p:cNvCxnSpPr>
            <a:cxnSpLocks/>
          </p:cNvCxnSpPr>
          <p:nvPr/>
        </p:nvCxnSpPr>
        <p:spPr>
          <a:xfrm flipV="1">
            <a:off x="4984628" y="2471992"/>
            <a:ext cx="703590" cy="517436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E604748D-B7B7-A73F-BDE0-4F80B03E4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277" y="2000853"/>
            <a:ext cx="3222937" cy="2692016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072166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09B04B6C-5EF9-9E3F-4259-8684CBAB8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761847B-F78F-BD74-35A5-C123A7C8B04F}"/>
              </a:ext>
            </a:extLst>
          </p:cNvPr>
          <p:cNvSpPr/>
          <p:nvPr/>
        </p:nvSpPr>
        <p:spPr>
          <a:xfrm>
            <a:off x="5825461" y="3187181"/>
            <a:ext cx="2934337" cy="951516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99E84D0-5138-28A5-58F2-E806CA42BEE4}"/>
              </a:ext>
            </a:extLst>
          </p:cNvPr>
          <p:cNvSpPr/>
          <p:nvPr/>
        </p:nvSpPr>
        <p:spPr>
          <a:xfrm>
            <a:off x="1660466" y="2740576"/>
            <a:ext cx="7375957" cy="1864513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CE076F0-5876-05BD-DF39-C3C3446A07CA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ECC70925-3F68-FAA3-6765-1466AA9B8B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CF9F8BE7-CC91-1284-32A6-17DBF595F088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DE86414B-D9DF-F4DA-0D2B-21C5D2D87970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81F78AE5-417F-4722-429F-402175BBBD38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DB58BB50-4B58-485D-7994-813B10C937CA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37A7AD31-6A33-2591-A420-97CDD7A87A24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FF5F8496-C756-157B-69C2-89A4858F80D7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91935902-4DBA-5382-B27B-8547B47E5B09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52B05EA3-FB37-077B-BD5D-BEAB95B4707D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13CD8BDF-5CA9-AB2B-A5C4-250BDA49F2D2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A1D481FE-EB81-E2F2-15AA-2A603931C514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68F7D2C8-48B3-E3EE-2B94-D1A13C77C900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DCC20C9C-ABAE-B32D-6C7C-D7FF6A37AAC1}"/>
              </a:ext>
            </a:extLst>
          </p:cNvPr>
          <p:cNvGrpSpPr/>
          <p:nvPr/>
        </p:nvGrpSpPr>
        <p:grpSpPr>
          <a:xfrm>
            <a:off x="7454803" y="3283448"/>
            <a:ext cx="1073239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73A7A3DA-5132-7B7D-AD8D-4AD977EE78CD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E6965C0A-6311-D3F6-CEAF-8D67E7DDE04B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E91238D8-D4F7-6236-B488-C3756FF232B7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B0282062-4F70-B968-B7C8-42E2E43A3ED2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050703A6-414C-DA0E-B9F0-500464B59B33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5FBAD3CF-F234-626F-5207-B88A2D84A274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2E34957C-86FF-AE9C-FD20-65F7050D7EBD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87D70DF4-4420-B202-AA91-DF2E72CFF243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7CCA3DE9-275F-FF14-E7B9-7BB09FDD7B12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8E50DDA-00BD-C3E9-AAE2-58C772C3F512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6F6E2AE9-D899-DE63-7277-8885E18A4AEE}"/>
              </a:ext>
            </a:extLst>
          </p:cNvPr>
          <p:cNvSpPr/>
          <p:nvPr/>
        </p:nvSpPr>
        <p:spPr>
          <a:xfrm>
            <a:off x="1961677" y="853125"/>
            <a:ext cx="2889478" cy="97014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044B369B-5CC7-90CD-D8C7-F220F09BA46F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040;p31">
            <a:extLst>
              <a:ext uri="{FF2B5EF4-FFF2-40B4-BE49-F238E27FC236}">
                <a16:creationId xmlns:a16="http://schemas.microsoft.com/office/drawing/2014/main" id="{FDCD9A6C-AF2F-3527-1F78-DD6BBBACC06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825461" y="3184147"/>
            <a:ext cx="2934337" cy="951516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accent6"/>
                </a:solidFill>
              </a:rPr>
              <a:t>FRAME_SIZE = 25 (</a:t>
            </a:r>
            <a:r>
              <a:rPr lang="en-US" sz="1800" b="1" dirty="0" err="1">
                <a:solidFill>
                  <a:schemeClr val="accent6"/>
                </a:solidFill>
              </a:rPr>
              <a:t>ms</a:t>
            </a:r>
            <a:r>
              <a:rPr lang="en-US" sz="1800" b="1" dirty="0">
                <a:solidFill>
                  <a:schemeClr val="accent6"/>
                </a:solidFill>
              </a:rPr>
              <a:t>)</a:t>
            </a: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accent6"/>
                </a:solidFill>
              </a:rPr>
              <a:t>FRAME_STEP = 10 (</a:t>
            </a:r>
            <a:r>
              <a:rPr lang="en-US" sz="1800" b="1" dirty="0" err="1">
                <a:solidFill>
                  <a:schemeClr val="accent6"/>
                </a:solidFill>
              </a:rPr>
              <a:t>ms</a:t>
            </a:r>
            <a:r>
              <a:rPr lang="en-US" sz="1800" b="1" dirty="0">
                <a:solidFill>
                  <a:schemeClr val="accent6"/>
                </a:solidFill>
              </a:rPr>
              <a:t>)</a:t>
            </a:r>
            <a:endParaRPr sz="1800" b="1" dirty="0">
              <a:solidFill>
                <a:schemeClr val="accent6"/>
              </a:solidFill>
            </a:endParaRPr>
          </a:p>
        </p:txBody>
      </p:sp>
      <p:cxnSp>
        <p:nvCxnSpPr>
          <p:cNvPr id="19" name="Straight Arrow Connector 26">
            <a:extLst>
              <a:ext uri="{FF2B5EF4-FFF2-40B4-BE49-F238E27FC236}">
                <a16:creationId xmlns:a16="http://schemas.microsoft.com/office/drawing/2014/main" id="{4CE0E337-7AA4-6367-95A2-E0C8701BFFFB}"/>
              </a:ext>
            </a:extLst>
          </p:cNvPr>
          <p:cNvCxnSpPr>
            <a:cxnSpLocks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B252C7D-666E-5D49-B3C0-D573A05492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2249" y="2020229"/>
            <a:ext cx="3248896" cy="3005011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6" name="!!5">
            <a:extLst>
              <a:ext uri="{FF2B5EF4-FFF2-40B4-BE49-F238E27FC236}">
                <a16:creationId xmlns:a16="http://schemas.microsoft.com/office/drawing/2014/main" id="{5A9FE4CD-0331-E7FD-E447-C609F4658E57}"/>
              </a:ext>
            </a:extLst>
          </p:cNvPr>
          <p:cNvSpPr/>
          <p:nvPr/>
        </p:nvSpPr>
        <p:spPr>
          <a:xfrm>
            <a:off x="5111046" y="852596"/>
            <a:ext cx="2889478" cy="97014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cxnSp>
        <p:nvCxnSpPr>
          <p:cNvPr id="7" name="Straight Arrow Connector 7">
            <a:extLst>
              <a:ext uri="{FF2B5EF4-FFF2-40B4-BE49-F238E27FC236}">
                <a16:creationId xmlns:a16="http://schemas.microsoft.com/office/drawing/2014/main" id="{C0F0A309-A5F1-A665-C631-B19772040874}"/>
              </a:ext>
            </a:extLst>
          </p:cNvPr>
          <p:cNvCxnSpPr>
            <a:cxnSpLocks/>
            <a:stCxn id="26" idx="3"/>
            <a:endCxn id="6" idx="1"/>
          </p:cNvCxnSpPr>
          <p:nvPr/>
        </p:nvCxnSpPr>
        <p:spPr>
          <a:xfrm flipV="1">
            <a:off x="4851155" y="1337667"/>
            <a:ext cx="259891" cy="52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099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E5932A05-CC1E-D5ED-0017-8691889D7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3970CE9-D7E9-D61D-A0AA-10BA1F4E9C4C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DD5E6660-7656-F1CD-0757-C91DF9575E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5FC88754-F781-99B0-E147-4E5CE4A96E45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405F8908-9FD0-E22A-3B3D-A2230ECE4AD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3DACF5B-FF94-5758-53D4-D2F1552D9388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AFFFBFE0-5B97-D5AD-2201-C6C3AD292788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A8624B8F-C5B1-3697-EFCB-520DC7316745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2CE32374-B0BC-9B21-E73E-6003BF35F9FF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7226273B-EFB9-9409-DC33-EE4D88C7DAAD}"/>
              </a:ext>
            </a:extLst>
          </p:cNvPr>
          <p:cNvGrpSpPr/>
          <p:nvPr/>
        </p:nvGrpSpPr>
        <p:grpSpPr>
          <a:xfrm>
            <a:off x="6883862" y="3804702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2BD095FE-7E1F-909E-B37C-E921FE5EE847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E37C5B0E-C9A5-7BF8-3ACE-9A1A4C0B7E21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E86F16E5-ABDB-3DA1-3759-82E7D0901B6D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395B3121-77EC-8383-2BA9-F41A52FF4440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36FEDE3D-98D5-C984-6F34-B3253151EEA5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9BEF0437-A7BC-805F-6DA1-5547C3C60FD2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867BBED1-489C-32AB-6B83-E080CB7B1BD2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0CE48CA8-8531-6962-3556-8BD4822045F2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276591C0-0112-E815-5179-E40CFFD6A3A1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5B9DF17A-D755-7DB4-E477-71B7DFB1DE3C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74B6CAD1-80D6-276C-1196-FFD0FA088924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8C6166C5-BC4A-7271-612A-06DF99AF386F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BB3C421D-27A1-1EE4-971B-ED3A5D884457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2301B0FD-535B-D03B-15A2-28CFB8905688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87CD168-C085-A042-3D8B-5F32C7CA5CA8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02962356-39DA-BF8A-EE5C-30FD5EEA9FAB}"/>
              </a:ext>
            </a:extLst>
          </p:cNvPr>
          <p:cNvSpPr/>
          <p:nvPr/>
        </p:nvSpPr>
        <p:spPr>
          <a:xfrm>
            <a:off x="205302" y="2629383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6B46706-5E8C-73B8-501B-F95EE77C0F9E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 flipH="1">
            <a:off x="973200" y="2262907"/>
            <a:ext cx="1" cy="36647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5A059649-46E5-D838-84BC-6EBE50B6A1D2}"/>
              </a:ext>
            </a:extLst>
          </p:cNvPr>
          <p:cNvSpPr/>
          <p:nvPr/>
        </p:nvSpPr>
        <p:spPr>
          <a:xfrm>
            <a:off x="3035536" y="820396"/>
            <a:ext cx="2865974" cy="72800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value STE/MA and ZSR of each frame.</a:t>
            </a:r>
          </a:p>
        </p:txBody>
      </p: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11311DA6-FD23-08CE-A351-B520BEC1A1FF}"/>
              </a:ext>
            </a:extLst>
          </p:cNvPr>
          <p:cNvCxnSpPr>
            <a:cxnSpLocks/>
            <a:stCxn id="26" idx="2"/>
            <a:endCxn id="5" idx="0"/>
          </p:cNvCxnSpPr>
          <p:nvPr/>
        </p:nvCxnSpPr>
        <p:spPr>
          <a:xfrm flipH="1">
            <a:off x="969310" y="3131804"/>
            <a:ext cx="3890" cy="362557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507FFF-74B1-C04B-E063-2E290F02D3A2}"/>
              </a:ext>
            </a:extLst>
          </p:cNvPr>
          <p:cNvSpPr/>
          <p:nvPr/>
        </p:nvSpPr>
        <p:spPr>
          <a:xfrm>
            <a:off x="2278617" y="1660410"/>
            <a:ext cx="2788435" cy="3201521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10C09B37-1F7F-A0EE-AB9D-D99D70C289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10662" y="3762672"/>
                <a:ext cx="2445978" cy="748577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For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i-th</a:t>
                </a: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frame: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m:rPr>
                            <m:brk m:alnAt="23"/>
                          </m:r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Sup>
                          <m:sSubSupPr>
                            <m:ctrl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vi-VN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 xmlns=""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10C09B37-1F7F-A0EE-AB9D-D99D70C28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0662" y="3762672"/>
                <a:ext cx="2445978" cy="748577"/>
              </a:xfrm>
              <a:prstGeom prst="rect">
                <a:avLst/>
              </a:prstGeom>
              <a:blipFill>
                <a:blip r:embed="rId3"/>
                <a:stretch>
                  <a:fillRect l="-1990" t="-15447" b="-84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EF45A891-97F2-C1A1-DE48-835ADF9AB9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15031" y="1813487"/>
            <a:ext cx="2526797" cy="1181843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sp>
        <p:nvSpPr>
          <p:cNvPr id="14" name="Rectangle">
            <a:extLst>
              <a:ext uri="{FF2B5EF4-FFF2-40B4-BE49-F238E27FC236}">
                <a16:creationId xmlns:a16="http://schemas.microsoft.com/office/drawing/2014/main" id="{CC9DB1AC-E7AE-85F7-D7B4-82BDB8A64CCF}"/>
              </a:ext>
            </a:extLst>
          </p:cNvPr>
          <p:cNvSpPr/>
          <p:nvPr/>
        </p:nvSpPr>
        <p:spPr>
          <a:xfrm>
            <a:off x="5539556" y="1660411"/>
            <a:ext cx="2788435" cy="3200386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Google Shape;1040;p31">
                <a:extLst>
                  <a:ext uri="{FF2B5EF4-FFF2-40B4-BE49-F238E27FC236}">
                    <a16:creationId xmlns:a16="http://schemas.microsoft.com/office/drawing/2014/main" id="{1388FC71-5EA3-2721-EDDB-5C4ACF1B733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80254" y="3753501"/>
                <a:ext cx="2507038" cy="908495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For 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i-th</a:t>
                </a: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frame: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SC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m:rPr>
                                <m:brk m:alnAt="23"/>
                              </m:r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d>
                              <m:dPr>
                                <m:ctrlP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ctrlP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m:rPr>
                                <m:brk m:alnAt="23"/>
                              </m:rP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vi-VN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 xmlns="">
          <p:sp>
            <p:nvSpPr>
              <p:cNvPr id="16" name="Google Shape;1040;p31">
                <a:extLst>
                  <a:ext uri="{FF2B5EF4-FFF2-40B4-BE49-F238E27FC236}">
                    <a16:creationId xmlns:a16="http://schemas.microsoft.com/office/drawing/2014/main" id="{1388FC71-5EA3-2721-EDDB-5C4ACF1B7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0254" y="3753501"/>
                <a:ext cx="2507038" cy="908495"/>
              </a:xfrm>
              <a:prstGeom prst="rect">
                <a:avLst/>
              </a:prstGeom>
              <a:blipFill>
                <a:blip r:embed="rId5"/>
                <a:stretch>
                  <a:fillRect l="-2190" t="-93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3B94C07B-C8E8-2560-64FE-EAEE3BF3F44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680254" y="1806837"/>
            <a:ext cx="2507038" cy="1687524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sp>
        <p:nvSpPr>
          <p:cNvPr id="5" name="!!5">
            <a:extLst>
              <a:ext uri="{FF2B5EF4-FFF2-40B4-BE49-F238E27FC236}">
                <a16:creationId xmlns:a16="http://schemas.microsoft.com/office/drawing/2014/main" id="{F0A4D0BE-7B17-677F-E086-EB5FC5BB6D5D}"/>
              </a:ext>
            </a:extLst>
          </p:cNvPr>
          <p:cNvSpPr/>
          <p:nvPr/>
        </p:nvSpPr>
        <p:spPr>
          <a:xfrm>
            <a:off x="197521" y="3494361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</p:spTree>
    <p:extLst>
      <p:ext uri="{BB962C8B-B14F-4D97-AF65-F5344CB8AC3E}">
        <p14:creationId xmlns:p14="http://schemas.microsoft.com/office/powerpoint/2010/main" val="39858050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F27E66FC-571C-9A0E-BEB1-5C1D5DEC7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Rectangle: Rounded Corners 1033">
            <a:extLst>
              <a:ext uri="{FF2B5EF4-FFF2-40B4-BE49-F238E27FC236}">
                <a16:creationId xmlns:a16="http://schemas.microsoft.com/office/drawing/2014/main" id="{1D8FC97A-EA16-38AF-32FD-37965FB38F98}"/>
              </a:ext>
            </a:extLst>
          </p:cNvPr>
          <p:cNvSpPr/>
          <p:nvPr/>
        </p:nvSpPr>
        <p:spPr>
          <a:xfrm>
            <a:off x="1836013" y="2972252"/>
            <a:ext cx="6829466" cy="1864513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228F4D4-8AB1-9B4F-1097-3EDBED18CC9B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1B682016-BE04-D304-2321-EA8619A152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2B6933E2-B21D-D72D-731F-900D8767A189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D6C8352E-2AB6-4653-096C-710D483A9CBD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374D3D0E-DC7D-D95C-EB13-D0CA4B0B3429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E0F33A18-6265-489B-1332-8FF14203A4C6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0FDFD6DC-52A4-E821-9C2E-AA4F358A9254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AED22C89-AEA9-1809-E777-2C699FBF5C3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BF1E84F7-DEAF-6FC6-2297-AFA2C6359B03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8D9AFC0E-C3A6-E383-BD4C-E5D05B1FAC3A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3A26215-72EF-6489-D04D-6877C7CD332E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26EA73FF-9128-C3EE-97EC-F1D590A9AFDC}"/>
              </a:ext>
            </a:extLst>
          </p:cNvPr>
          <p:cNvSpPr/>
          <p:nvPr/>
        </p:nvSpPr>
        <p:spPr>
          <a:xfrm>
            <a:off x="207707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DA104F3-763B-ED6E-FC60-FE9E7311F6A5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0CD0BADB-31A2-A3F7-8AD9-BD51178CD709}"/>
              </a:ext>
            </a:extLst>
          </p:cNvPr>
          <p:cNvCxnSpPr>
            <a:cxnSpLocks/>
          </p:cNvCxnSpPr>
          <p:nvPr/>
        </p:nvCxnSpPr>
        <p:spPr>
          <a:xfrm flipH="1">
            <a:off x="973802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4F1E80F3-7EB1-B608-79DC-D137195330B8}"/>
              </a:ext>
            </a:extLst>
          </p:cNvPr>
          <p:cNvSpPr/>
          <p:nvPr/>
        </p:nvSpPr>
        <p:spPr>
          <a:xfrm>
            <a:off x="202314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0353CDC-FC52-A3DE-B4B0-F9A638B179A1}"/>
              </a:ext>
            </a:extLst>
          </p:cNvPr>
          <p:cNvCxnSpPr>
            <a:cxnSpLocks/>
          </p:cNvCxnSpPr>
          <p:nvPr/>
        </p:nvCxnSpPr>
        <p:spPr>
          <a:xfrm flipH="1">
            <a:off x="970284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47C74A9-2F25-DEF0-0D39-E21BA325E99E}"/>
              </a:ext>
            </a:extLst>
          </p:cNvPr>
          <p:cNvSpPr/>
          <p:nvPr/>
        </p:nvSpPr>
        <p:spPr>
          <a:xfrm>
            <a:off x="2347815" y="871910"/>
            <a:ext cx="2749228" cy="85318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92E7DB7-9F14-F85C-5CC9-BC8669EB83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02074" y="2030651"/>
            <a:ext cx="6251392" cy="2500557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62072BE-4765-9C13-AF47-42F2ED2CFEBC}"/>
              </a:ext>
            </a:extLst>
          </p:cNvPr>
          <p:cNvSpPr/>
          <p:nvPr/>
        </p:nvSpPr>
        <p:spPr>
          <a:xfrm>
            <a:off x="5421572" y="871910"/>
            <a:ext cx="2749227" cy="85318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24" name="Straight Arrow Connector 7">
            <a:extLst>
              <a:ext uri="{FF2B5EF4-FFF2-40B4-BE49-F238E27FC236}">
                <a16:creationId xmlns:a16="http://schemas.microsoft.com/office/drawing/2014/main" id="{6C7F22F4-CE0E-E0D3-D0AA-5FBB6667E20A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5097043" y="1298502"/>
            <a:ext cx="324529" cy="0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3E6D2EA5-1FD9-A41E-CA19-E7F156A6312E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72768" y="2664657"/>
            <a:ext cx="691376" cy="439866"/>
          </a:xfrm>
          <a:prstGeom prst="curvedConnector3">
            <a:avLst/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B3A41A73-16AF-1B30-AB90-DB8A3A23515C}"/>
              </a:ext>
            </a:extLst>
          </p:cNvPr>
          <p:cNvCxnSpPr>
            <a:cxnSpLocks/>
          </p:cNvCxnSpPr>
          <p:nvPr/>
        </p:nvCxnSpPr>
        <p:spPr>
          <a:xfrm rot="16200000" flipH="1">
            <a:off x="5452246" y="3147660"/>
            <a:ext cx="425155" cy="74340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336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5763AE1C-2CC1-159B-2126-6B16C38E5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385784E-51F6-78C4-6E19-17C90BFB8DA6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8B0607D6-325A-C39F-4920-2C0A7708FC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D1658E18-C0B6-4B42-6D37-9DAC19EF8C2C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3E9EED58-E4FD-332E-DBEC-EA2637FB07B5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1E8ABF94-993C-A364-A8A6-327504C39F51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5BA716CA-6BBE-CA63-98DD-051FA51C0E86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6EFB4252-1A87-C909-F3B9-A71663FB2D55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21815B60-6AE0-9153-C9B4-82BA974654B4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20280278-F06E-7F8A-B827-B2699F183435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D37CE00F-B0D1-B05A-C012-6F3066DCFD03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D32F915-AA3D-CCF4-1A32-4A8E5157E96C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C4D654A6-C27A-2566-7FAA-450FACACED7E}"/>
              </a:ext>
            </a:extLst>
          </p:cNvPr>
          <p:cNvSpPr/>
          <p:nvPr/>
        </p:nvSpPr>
        <p:spPr>
          <a:xfrm>
            <a:off x="207707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A8F26C0-6A3B-CCBB-7A9F-1FD1937148DD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5EC557E4-D086-0AF7-1BD0-19A9673A6A7F}"/>
              </a:ext>
            </a:extLst>
          </p:cNvPr>
          <p:cNvCxnSpPr>
            <a:cxnSpLocks/>
          </p:cNvCxnSpPr>
          <p:nvPr/>
        </p:nvCxnSpPr>
        <p:spPr>
          <a:xfrm flipH="1">
            <a:off x="973802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1CF9BA4C-4C50-5934-1298-3135786253F3}"/>
              </a:ext>
            </a:extLst>
          </p:cNvPr>
          <p:cNvSpPr/>
          <p:nvPr/>
        </p:nvSpPr>
        <p:spPr>
          <a:xfrm>
            <a:off x="202314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5BB95AA-2C78-8487-DBF8-7EFF672AD7C3}"/>
              </a:ext>
            </a:extLst>
          </p:cNvPr>
          <p:cNvCxnSpPr>
            <a:cxnSpLocks/>
          </p:cNvCxnSpPr>
          <p:nvPr/>
        </p:nvCxnSpPr>
        <p:spPr>
          <a:xfrm flipH="1">
            <a:off x="970284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06CF37DD-F237-673D-B2E8-BA43EB5420BD}"/>
              </a:ext>
            </a:extLst>
          </p:cNvPr>
          <p:cNvSpPr/>
          <p:nvPr/>
        </p:nvSpPr>
        <p:spPr>
          <a:xfrm>
            <a:off x="18988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DBC116-CDAE-A6C7-E9F4-BA2708D42231}"/>
              </a:ext>
            </a:extLst>
          </p:cNvPr>
          <p:cNvSpPr/>
          <p:nvPr/>
        </p:nvSpPr>
        <p:spPr>
          <a:xfrm>
            <a:off x="2061060" y="4385073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9F64C7-15BC-8404-F5C0-0543D50F6553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750683" y="4640332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1262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0F7AA320-26F0-4256-9B89-34A37EA8B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: Rounded Corners 1034">
            <a:extLst>
              <a:ext uri="{FF2B5EF4-FFF2-40B4-BE49-F238E27FC236}">
                <a16:creationId xmlns:a16="http://schemas.microsoft.com/office/drawing/2014/main" id="{BE8FC473-FE94-8042-5AA0-E13926A53E05}"/>
              </a:ext>
            </a:extLst>
          </p:cNvPr>
          <p:cNvSpPr/>
          <p:nvPr/>
        </p:nvSpPr>
        <p:spPr>
          <a:xfrm>
            <a:off x="1524000" y="2967835"/>
            <a:ext cx="6829466" cy="2095398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A1F5FFD-935C-5B93-B093-A408AEC88202}"/>
              </a:ext>
            </a:extLst>
          </p:cNvPr>
          <p:cNvSpPr/>
          <p:nvPr/>
        </p:nvSpPr>
        <p:spPr>
          <a:xfrm>
            <a:off x="-1235771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DD5BCF0D-4273-1E9F-DC9A-6E24FA4BFB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B92FEA69-9A6F-2F49-6337-BB5BC5EA64E1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A0D8150E-4BD8-6EB0-B0EF-07A158D2D6A8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75CE3935-01DE-B7E6-1C8C-64E0685B6B8A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8F1AF425-061F-3D6B-2169-3E87D36CCAE0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9891AA45-C859-B8E7-5EB3-4E3FA8F886DB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A3FA7135-D0C6-F5AA-8AEB-3725AD216A93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BE1C7650-DB72-B1FB-D05F-6AB981FCF13C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AB4FDE1E-0CC4-4ECB-9E81-914DCEC4ADB8}"/>
              </a:ext>
            </a:extLst>
          </p:cNvPr>
          <p:cNvSpPr/>
          <p:nvPr/>
        </p:nvSpPr>
        <p:spPr>
          <a:xfrm>
            <a:off x="-1652802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5DA052D-4AB8-F402-0D61-8C70E3B63812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-875319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59552D30-6C4E-D9CC-632D-B3FF5C84BD9B}"/>
              </a:ext>
            </a:extLst>
          </p:cNvPr>
          <p:cNvSpPr/>
          <p:nvPr/>
        </p:nvSpPr>
        <p:spPr>
          <a:xfrm>
            <a:off x="-1640813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DAD690E-860F-39DC-781D-440A9CB49D3F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-875319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A25FF6B8-F6A0-2CC9-93CE-B5A0D1D9606E}"/>
              </a:ext>
            </a:extLst>
          </p:cNvPr>
          <p:cNvCxnSpPr>
            <a:cxnSpLocks/>
          </p:cNvCxnSpPr>
          <p:nvPr/>
        </p:nvCxnSpPr>
        <p:spPr>
          <a:xfrm flipH="1">
            <a:off x="-874718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FEE5728B-0F73-1A38-335D-1A90BB6BB410}"/>
              </a:ext>
            </a:extLst>
          </p:cNvPr>
          <p:cNvSpPr/>
          <p:nvPr/>
        </p:nvSpPr>
        <p:spPr>
          <a:xfrm>
            <a:off x="-1646206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1C5DEF-E211-0D13-7EC8-E035A88B7AB9}"/>
              </a:ext>
            </a:extLst>
          </p:cNvPr>
          <p:cNvCxnSpPr>
            <a:cxnSpLocks/>
          </p:cNvCxnSpPr>
          <p:nvPr/>
        </p:nvCxnSpPr>
        <p:spPr>
          <a:xfrm flipH="1">
            <a:off x="-878236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62B580EC-6CD7-BD7E-54BB-74BDC69CAA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70761" y="2062493"/>
            <a:ext cx="7160699" cy="2864280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AE862CCC-E360-F684-2E88-E7D93E66042F}"/>
              </a:ext>
            </a:extLst>
          </p:cNvPr>
          <p:cNvCxnSpPr>
            <a:cxnSpLocks/>
          </p:cNvCxnSpPr>
          <p:nvPr/>
        </p:nvCxnSpPr>
        <p:spPr>
          <a:xfrm rot="16200000" flipH="1">
            <a:off x="2020873" y="2406351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9CBE88F8-DC80-208E-B40D-7743411649B5}"/>
              </a:ext>
            </a:extLst>
          </p:cNvPr>
          <p:cNvSpPr/>
          <p:nvPr/>
        </p:nvSpPr>
        <p:spPr>
          <a:xfrm>
            <a:off x="-165863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80EEA1-E30B-6DED-499F-694352351BC9}"/>
              </a:ext>
            </a:extLst>
          </p:cNvPr>
          <p:cNvSpPr/>
          <p:nvPr/>
        </p:nvSpPr>
        <p:spPr>
          <a:xfrm>
            <a:off x="212540" y="4385073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" name="Straight Arrow Connector 7">
            <a:extLst>
              <a:ext uri="{FF2B5EF4-FFF2-40B4-BE49-F238E27FC236}">
                <a16:creationId xmlns:a16="http://schemas.microsoft.com/office/drawing/2014/main" id="{DD4D1805-CBB9-1173-6DE5-6E97E4010976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-97837" y="4640332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6437F51-250F-CC58-0DA8-D5796F90B9FD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903401" y="4000229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57401D86-B0A9-7F7F-4E47-6D7F0F4ABCF7}"/>
              </a:ext>
            </a:extLst>
          </p:cNvPr>
          <p:cNvSpPr/>
          <p:nvPr/>
        </p:nvSpPr>
        <p:spPr>
          <a:xfrm>
            <a:off x="3734823" y="825909"/>
            <a:ext cx="2643630" cy="9314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30" name="Connector: Curved 29">
            <a:extLst>
              <a:ext uri="{FF2B5EF4-FFF2-40B4-BE49-F238E27FC236}">
                <a16:creationId xmlns:a16="http://schemas.microsoft.com/office/drawing/2014/main" id="{F3F37937-8F0C-500D-4F52-0E8F9A283DE3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49018" y="2689859"/>
            <a:ext cx="247522" cy="194731"/>
          </a:xfrm>
          <a:prstGeom prst="curvedConnector3">
            <a:avLst>
              <a:gd name="adj1" fmla="val 6901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: Curved 1030">
            <a:extLst>
              <a:ext uri="{FF2B5EF4-FFF2-40B4-BE49-F238E27FC236}">
                <a16:creationId xmlns:a16="http://schemas.microsoft.com/office/drawing/2014/main" id="{ACD170D9-8FC0-3333-647C-5E39AE0DB946}"/>
              </a:ext>
            </a:extLst>
          </p:cNvPr>
          <p:cNvCxnSpPr>
            <a:cxnSpLocks/>
          </p:cNvCxnSpPr>
          <p:nvPr/>
        </p:nvCxnSpPr>
        <p:spPr>
          <a:xfrm rot="16200000" flipH="1">
            <a:off x="5830873" y="2477052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: Curved 1031">
            <a:extLst>
              <a:ext uri="{FF2B5EF4-FFF2-40B4-BE49-F238E27FC236}">
                <a16:creationId xmlns:a16="http://schemas.microsoft.com/office/drawing/2014/main" id="{572E9FD2-50EE-D522-28BC-5364F411954C}"/>
              </a:ext>
            </a:extLst>
          </p:cNvPr>
          <p:cNvCxnSpPr>
            <a:cxnSpLocks/>
          </p:cNvCxnSpPr>
          <p:nvPr/>
        </p:nvCxnSpPr>
        <p:spPr>
          <a:xfrm rot="10800000" flipV="1">
            <a:off x="6225198" y="2448142"/>
            <a:ext cx="247522" cy="194731"/>
          </a:xfrm>
          <a:prstGeom prst="curvedConnector3">
            <a:avLst>
              <a:gd name="adj1" fmla="val 6901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464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DED4635B-4761-3656-1A55-34F1ABB0F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: Rounded Corners 1034">
            <a:extLst>
              <a:ext uri="{FF2B5EF4-FFF2-40B4-BE49-F238E27FC236}">
                <a16:creationId xmlns:a16="http://schemas.microsoft.com/office/drawing/2014/main" id="{AEBFC56F-6040-0C5E-7737-73FD5AF8EE88}"/>
              </a:ext>
            </a:extLst>
          </p:cNvPr>
          <p:cNvSpPr/>
          <p:nvPr/>
        </p:nvSpPr>
        <p:spPr>
          <a:xfrm>
            <a:off x="6030955" y="981857"/>
            <a:ext cx="2514696" cy="933417"/>
          </a:xfrm>
          <a:prstGeom prst="roundRect">
            <a:avLst>
              <a:gd name="adj" fmla="val 20933"/>
            </a:avLst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F8FC017-137F-A55C-CBF9-863EDF52724B}"/>
              </a:ext>
            </a:extLst>
          </p:cNvPr>
          <p:cNvSpPr/>
          <p:nvPr/>
        </p:nvSpPr>
        <p:spPr>
          <a:xfrm>
            <a:off x="-1235771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F2E6A611-5B4A-95E8-56C5-8E655DD5CB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D6A0BED9-6F56-187A-78D4-B45416E072D2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9DE662C0-FB00-C426-B990-562793F2FE7C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B8736AE-6662-0751-DC1C-B2061DA42D32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2324E8C9-F650-CAFE-B000-42289493DB9C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CF95405F-549F-7D54-FBFE-7DCB47530178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45B47A52-3F53-FD78-EBDC-10E7C26BBC7F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C58EEE38-165E-4D78-D863-241EA71D5D36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B30E8F3-684E-ECD9-920B-13B0A556173A}"/>
              </a:ext>
            </a:extLst>
          </p:cNvPr>
          <p:cNvSpPr/>
          <p:nvPr/>
        </p:nvSpPr>
        <p:spPr>
          <a:xfrm>
            <a:off x="-1652802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57EFC48-B56B-4BD8-1AEB-01BA98D010D7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-875319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360D1C08-D4CD-4578-7DCC-1AB0C6885EA7}"/>
              </a:ext>
            </a:extLst>
          </p:cNvPr>
          <p:cNvSpPr/>
          <p:nvPr/>
        </p:nvSpPr>
        <p:spPr>
          <a:xfrm>
            <a:off x="-1640813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E3021B7-17C6-4D00-870B-77A99462C0C6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-875319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!!11">
            <a:extLst>
              <a:ext uri="{FF2B5EF4-FFF2-40B4-BE49-F238E27FC236}">
                <a16:creationId xmlns:a16="http://schemas.microsoft.com/office/drawing/2014/main" id="{28177C0D-48A4-DE0F-977B-E062E90CAE8F}"/>
              </a:ext>
            </a:extLst>
          </p:cNvPr>
          <p:cNvCxnSpPr>
            <a:cxnSpLocks/>
          </p:cNvCxnSpPr>
          <p:nvPr/>
        </p:nvCxnSpPr>
        <p:spPr>
          <a:xfrm flipH="1">
            <a:off x="-874718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21522C13-63A3-3D22-779C-81DD5E0FA6CA}"/>
              </a:ext>
            </a:extLst>
          </p:cNvPr>
          <p:cNvSpPr/>
          <p:nvPr/>
        </p:nvSpPr>
        <p:spPr>
          <a:xfrm>
            <a:off x="-1646206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!!6">
            <a:extLst>
              <a:ext uri="{FF2B5EF4-FFF2-40B4-BE49-F238E27FC236}">
                <a16:creationId xmlns:a16="http://schemas.microsoft.com/office/drawing/2014/main" id="{5E0FCA0B-11E9-ABAB-BDE9-BF462E632561}"/>
              </a:ext>
            </a:extLst>
          </p:cNvPr>
          <p:cNvCxnSpPr>
            <a:cxnSpLocks/>
          </p:cNvCxnSpPr>
          <p:nvPr/>
        </p:nvCxnSpPr>
        <p:spPr>
          <a:xfrm flipH="1">
            <a:off x="-878236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39A1C151-CF69-43BA-5695-A3C094C7BD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770761" y="2062493"/>
            <a:ext cx="7160699" cy="2864280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82AC8C98-CB1E-A119-4367-692C1330E07B}"/>
              </a:ext>
            </a:extLst>
          </p:cNvPr>
          <p:cNvCxnSpPr>
            <a:cxnSpLocks/>
          </p:cNvCxnSpPr>
          <p:nvPr/>
        </p:nvCxnSpPr>
        <p:spPr>
          <a:xfrm rot="16200000" flipH="1">
            <a:off x="2089453" y="2131807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9F614BE1-5BDF-1802-C676-B21ADA2E715F}"/>
              </a:ext>
            </a:extLst>
          </p:cNvPr>
          <p:cNvSpPr/>
          <p:nvPr/>
        </p:nvSpPr>
        <p:spPr>
          <a:xfrm>
            <a:off x="-165863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085939-B573-418D-6323-B1FE7969C5A7}"/>
              </a:ext>
            </a:extLst>
          </p:cNvPr>
          <p:cNvSpPr/>
          <p:nvPr/>
        </p:nvSpPr>
        <p:spPr>
          <a:xfrm>
            <a:off x="203629" y="4377226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" name="!!7">
            <a:extLst>
              <a:ext uri="{FF2B5EF4-FFF2-40B4-BE49-F238E27FC236}">
                <a16:creationId xmlns:a16="http://schemas.microsoft.com/office/drawing/2014/main" id="{88F4662D-D066-4488-579D-D2CEA27DA32A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-106748" y="4632485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!!9">
            <a:extLst>
              <a:ext uri="{FF2B5EF4-FFF2-40B4-BE49-F238E27FC236}">
                <a16:creationId xmlns:a16="http://schemas.microsoft.com/office/drawing/2014/main" id="{81DCB263-CEB7-9C22-5CC5-E845DE22D02B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894490" y="3992382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: Curved 1031">
            <a:extLst>
              <a:ext uri="{FF2B5EF4-FFF2-40B4-BE49-F238E27FC236}">
                <a16:creationId xmlns:a16="http://schemas.microsoft.com/office/drawing/2014/main" id="{F863B3DC-7A1B-C102-3AC3-1C92536E4E3D}"/>
              </a:ext>
            </a:extLst>
          </p:cNvPr>
          <p:cNvCxnSpPr>
            <a:cxnSpLocks/>
          </p:cNvCxnSpPr>
          <p:nvPr/>
        </p:nvCxnSpPr>
        <p:spPr>
          <a:xfrm rot="10800000">
            <a:off x="6141378" y="2566398"/>
            <a:ext cx="267042" cy="192043"/>
          </a:xfrm>
          <a:prstGeom prst="curvedConnector3">
            <a:avLst>
              <a:gd name="adj1" fmla="val -707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80F4805-457B-8D33-7FAD-F9F13E4D7BB0}"/>
              </a:ext>
            </a:extLst>
          </p:cNvPr>
          <p:cNvSpPr/>
          <p:nvPr/>
        </p:nvSpPr>
        <p:spPr>
          <a:xfrm>
            <a:off x="212539" y="3504332"/>
            <a:ext cx="1387409" cy="51443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7" name="!!8">
            <a:extLst>
              <a:ext uri="{FF2B5EF4-FFF2-40B4-BE49-F238E27FC236}">
                <a16:creationId xmlns:a16="http://schemas.microsoft.com/office/drawing/2014/main" id="{F3B2C51F-DD5B-9A07-08CB-4F8C6E939FF2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903401" y="3154333"/>
            <a:ext cx="2843" cy="34999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238B5A55-B24C-500C-45F9-567086CE6AB5}"/>
              </a:ext>
            </a:extLst>
          </p:cNvPr>
          <p:cNvSpPr/>
          <p:nvPr/>
        </p:nvSpPr>
        <p:spPr>
          <a:xfrm>
            <a:off x="3297378" y="856163"/>
            <a:ext cx="2533876" cy="87095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E490ABA-9FE9-1989-4519-48B5586670B6}"/>
                  </a:ext>
                </a:extLst>
              </p:cNvPr>
              <p:cNvSpPr txBox="1"/>
              <p:nvPr/>
            </p:nvSpPr>
            <p:spPr>
              <a:xfrm>
                <a:off x="6030954" y="1032019"/>
                <a:ext cx="2514697" cy="8832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US" sz="20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T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sz="20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</a:t>
                </a:r>
              </a:p>
              <a:p>
                <a:pPr algn="ctr">
                  <a:spcAft>
                    <a:spcPts val="600"/>
                  </a:spcAft>
                </a:pPr>
                <a:r>
                  <a:rPr lang="en-US" sz="1800" i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(W is user-defined)</a:t>
                </a:r>
                <a:endParaRPr lang="vi-VN" sz="1800" i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E490ABA-9FE9-1989-4519-48B558667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0954" y="1032019"/>
                <a:ext cx="2514697" cy="883255"/>
              </a:xfrm>
              <a:prstGeom prst="rect">
                <a:avLst/>
              </a:prstGeom>
              <a:blipFill>
                <a:blip r:embed="rId4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4355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B796D767-6EB0-B4AF-B835-592A69B1F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06EE655-8630-07F9-46F6-96E7D67F2C8F}"/>
              </a:ext>
            </a:extLst>
          </p:cNvPr>
          <p:cNvSpPr/>
          <p:nvPr/>
        </p:nvSpPr>
        <p:spPr>
          <a:xfrm>
            <a:off x="-1235771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56E81853-FA40-19D7-E6F0-D3EB37A2F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B17F94BC-13EA-AA2C-D4D8-4CD39E742DCD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C0FE6114-B0F8-FC54-B6FA-3B624A730779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24A15627-BDDC-63EA-CBA5-A6AF0FF501FC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3F4665A8-AB31-777B-03F9-52029D74B86A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33AC299B-D2FF-8DEF-B7EE-5BB7E0AD2A65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7C11BD3D-1DFA-7374-B90A-0435973D6CF9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E7945D62-536C-0265-361C-6CF389ADB03D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879D444A-71A3-086E-AF03-56677A8E10D5}"/>
              </a:ext>
            </a:extLst>
          </p:cNvPr>
          <p:cNvSpPr/>
          <p:nvPr/>
        </p:nvSpPr>
        <p:spPr>
          <a:xfrm>
            <a:off x="-1652802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79F25B-771D-EDA4-F065-4B39B877F1EA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-875319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5">
            <a:extLst>
              <a:ext uri="{FF2B5EF4-FFF2-40B4-BE49-F238E27FC236}">
                <a16:creationId xmlns:a16="http://schemas.microsoft.com/office/drawing/2014/main" id="{A186C323-855B-C4B2-E38F-EEB1871F786A}"/>
              </a:ext>
            </a:extLst>
          </p:cNvPr>
          <p:cNvSpPr/>
          <p:nvPr/>
        </p:nvSpPr>
        <p:spPr>
          <a:xfrm>
            <a:off x="-1640813" y="2633380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5508215-12AF-F336-B57E-50D2866D542E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>
            <a:off x="-875319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!!11">
            <a:extLst>
              <a:ext uri="{FF2B5EF4-FFF2-40B4-BE49-F238E27FC236}">
                <a16:creationId xmlns:a16="http://schemas.microsoft.com/office/drawing/2014/main" id="{1147771C-D204-8633-5F8A-1E9A09A1E33A}"/>
              </a:ext>
            </a:extLst>
          </p:cNvPr>
          <p:cNvCxnSpPr>
            <a:cxnSpLocks/>
          </p:cNvCxnSpPr>
          <p:nvPr/>
        </p:nvCxnSpPr>
        <p:spPr>
          <a:xfrm flipH="1">
            <a:off x="-874718" y="3135801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824879CB-E233-50E6-5BB1-9EB281C5582A}"/>
              </a:ext>
            </a:extLst>
          </p:cNvPr>
          <p:cNvSpPr/>
          <p:nvPr/>
        </p:nvSpPr>
        <p:spPr>
          <a:xfrm>
            <a:off x="-1646206" y="3504332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0" name="!!6">
            <a:extLst>
              <a:ext uri="{FF2B5EF4-FFF2-40B4-BE49-F238E27FC236}">
                <a16:creationId xmlns:a16="http://schemas.microsoft.com/office/drawing/2014/main" id="{66C7B4DF-92A2-48BA-3DBE-5BFF8B8FD79D}"/>
              </a:ext>
            </a:extLst>
          </p:cNvPr>
          <p:cNvCxnSpPr>
            <a:cxnSpLocks/>
          </p:cNvCxnSpPr>
          <p:nvPr/>
        </p:nvCxnSpPr>
        <p:spPr>
          <a:xfrm flipH="1">
            <a:off x="-878236" y="4015534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: Curved 1024">
            <a:extLst>
              <a:ext uri="{FF2B5EF4-FFF2-40B4-BE49-F238E27FC236}">
                <a16:creationId xmlns:a16="http://schemas.microsoft.com/office/drawing/2014/main" id="{0B308247-0A9A-3871-DBF7-FFA25B5CF5D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089453" y="2131807"/>
            <a:ext cx="255939" cy="198121"/>
          </a:xfrm>
          <a:prstGeom prst="curvedConnector3">
            <a:avLst>
              <a:gd name="adj1" fmla="val 88705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6A5896AA-D4FB-B6F9-F18E-D240BA1AF2D4}"/>
              </a:ext>
            </a:extLst>
          </p:cNvPr>
          <p:cNvSpPr/>
          <p:nvPr/>
        </p:nvSpPr>
        <p:spPr>
          <a:xfrm>
            <a:off x="-1658635" y="4385073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649B82-B80A-F4B0-9128-1E2BC146DA33}"/>
              </a:ext>
            </a:extLst>
          </p:cNvPr>
          <p:cNvSpPr/>
          <p:nvPr/>
        </p:nvSpPr>
        <p:spPr>
          <a:xfrm>
            <a:off x="203629" y="4377226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" name="!!7">
            <a:extLst>
              <a:ext uri="{FF2B5EF4-FFF2-40B4-BE49-F238E27FC236}">
                <a16:creationId xmlns:a16="http://schemas.microsoft.com/office/drawing/2014/main" id="{DC5F4A5C-076C-C258-2EF7-E4A5CF0AFCD6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-106748" y="4632485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!!9">
            <a:extLst>
              <a:ext uri="{FF2B5EF4-FFF2-40B4-BE49-F238E27FC236}">
                <a16:creationId xmlns:a16="http://schemas.microsoft.com/office/drawing/2014/main" id="{4431849E-4929-551E-1465-08BB12DAF016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894490" y="3992382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C6CD515C-4DE9-3099-BF00-EB1006DA5872}"/>
              </a:ext>
            </a:extLst>
          </p:cNvPr>
          <p:cNvSpPr/>
          <p:nvPr/>
        </p:nvSpPr>
        <p:spPr>
          <a:xfrm>
            <a:off x="212539" y="3504332"/>
            <a:ext cx="1387409" cy="51443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7" name="!!8">
            <a:extLst>
              <a:ext uri="{FF2B5EF4-FFF2-40B4-BE49-F238E27FC236}">
                <a16:creationId xmlns:a16="http://schemas.microsoft.com/office/drawing/2014/main" id="{0287EA34-730A-57C2-194A-247679EDBE40}"/>
              </a:ext>
            </a:extLst>
          </p:cNvPr>
          <p:cNvCxnSpPr>
            <a:cxnSpLocks/>
            <a:stCxn id="16" idx="0"/>
            <a:endCxn id="3" idx="2"/>
          </p:cNvCxnSpPr>
          <p:nvPr/>
        </p:nvCxnSpPr>
        <p:spPr>
          <a:xfrm flipV="1">
            <a:off x="906244" y="3151757"/>
            <a:ext cx="0" cy="352575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3F2D94B1-57CA-EAD7-BE89-C03728E73D2B}"/>
              </a:ext>
            </a:extLst>
          </p:cNvPr>
          <p:cNvSpPr/>
          <p:nvPr/>
        </p:nvSpPr>
        <p:spPr>
          <a:xfrm>
            <a:off x="212539" y="2633380"/>
            <a:ext cx="1387409" cy="51837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8B695615-F1A3-CE97-BBF9-6275D6A9EAFC}"/>
              </a:ext>
            </a:extLst>
          </p:cNvPr>
          <p:cNvSpPr/>
          <p:nvPr/>
        </p:nvSpPr>
        <p:spPr>
          <a:xfrm>
            <a:off x="212539" y="1862078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Thresholds T1 and T2.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F5930BA-C250-E5BF-FC94-7A36033095BE}"/>
              </a:ext>
            </a:extLst>
          </p:cNvPr>
          <p:cNvCxnSpPr>
            <a:cxnSpLocks/>
            <a:stCxn id="3" idx="0"/>
            <a:endCxn id="19" idx="4"/>
          </p:cNvCxnSpPr>
          <p:nvPr/>
        </p:nvCxnSpPr>
        <p:spPr>
          <a:xfrm flipV="1">
            <a:off x="906244" y="2250149"/>
            <a:ext cx="0" cy="3832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" name="Oval 1025">
            <a:extLst>
              <a:ext uri="{FF2B5EF4-FFF2-40B4-BE49-F238E27FC236}">
                <a16:creationId xmlns:a16="http://schemas.microsoft.com/office/drawing/2014/main" id="{54EF6BD9-1C5D-A1F8-1139-DC41E6402DAA}"/>
              </a:ext>
            </a:extLst>
          </p:cNvPr>
          <p:cNvSpPr/>
          <p:nvPr/>
        </p:nvSpPr>
        <p:spPr>
          <a:xfrm>
            <a:off x="544589" y="1098639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25A297A8-5034-3C08-4E44-98FB9D754875}"/>
              </a:ext>
            </a:extLst>
          </p:cNvPr>
          <p:cNvCxnSpPr>
            <a:cxnSpLocks/>
            <a:stCxn id="19" idx="0"/>
            <a:endCxn id="1026" idx="4"/>
          </p:cNvCxnSpPr>
          <p:nvPr/>
        </p:nvCxnSpPr>
        <p:spPr>
          <a:xfrm flipH="1" flipV="1">
            <a:off x="906243" y="1499345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3520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FE9CB080-B18D-44EB-BD22-358A9C46A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86AD058C-016F-49C1-7270-8D94241927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FF81580A-7D30-897F-063A-EED26CD44214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B47F3D1E-F8AE-0743-3501-10A89E94F26B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EC8A3C8-DE5E-9ACA-C08A-BBF4D1F127A4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99C4111D-1675-A487-7EA4-9753AA76BD8A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AECC2EA4-BFD7-33F7-51D6-7E5E08BDB96F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4355ED23-5D86-27DC-28AE-28A478E5594B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F662B2FF-D122-F521-A432-4FF0BC33588A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1362" name="Oval 1361">
            <a:extLst>
              <a:ext uri="{FF2B5EF4-FFF2-40B4-BE49-F238E27FC236}">
                <a16:creationId xmlns:a16="http://schemas.microsoft.com/office/drawing/2014/main" id="{470FA9D0-857C-9F88-0DF3-A4926DFDFFA2}"/>
              </a:ext>
            </a:extLst>
          </p:cNvPr>
          <p:cNvSpPr/>
          <p:nvPr/>
        </p:nvSpPr>
        <p:spPr>
          <a:xfrm>
            <a:off x="3067974" y="989934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363" name="Parallelogram 1362">
            <a:extLst>
              <a:ext uri="{FF2B5EF4-FFF2-40B4-BE49-F238E27FC236}">
                <a16:creationId xmlns:a16="http://schemas.microsoft.com/office/drawing/2014/main" id="{22D61890-63E8-CF8F-155B-91A48111B7C9}"/>
              </a:ext>
            </a:extLst>
          </p:cNvPr>
          <p:cNvSpPr/>
          <p:nvPr/>
        </p:nvSpPr>
        <p:spPr>
          <a:xfrm>
            <a:off x="2650943" y="1760460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364" name="Straight Arrow Connector 1363">
            <a:extLst>
              <a:ext uri="{FF2B5EF4-FFF2-40B4-BE49-F238E27FC236}">
                <a16:creationId xmlns:a16="http://schemas.microsoft.com/office/drawing/2014/main" id="{BA61C93C-1D02-B2EA-7064-0AFBC59F6201}"/>
              </a:ext>
            </a:extLst>
          </p:cNvPr>
          <p:cNvCxnSpPr>
            <a:cxnSpLocks/>
            <a:stCxn id="1362" idx="4"/>
            <a:endCxn id="1363" idx="0"/>
          </p:cNvCxnSpPr>
          <p:nvPr/>
        </p:nvCxnSpPr>
        <p:spPr>
          <a:xfrm flipH="1">
            <a:off x="3428426" y="1390109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!!5">
            <a:extLst>
              <a:ext uri="{FF2B5EF4-FFF2-40B4-BE49-F238E27FC236}">
                <a16:creationId xmlns:a16="http://schemas.microsoft.com/office/drawing/2014/main" id="{7F9F5A62-DBB1-041C-1AFD-3FA981AF4D79}"/>
              </a:ext>
            </a:extLst>
          </p:cNvPr>
          <p:cNvSpPr/>
          <p:nvPr/>
        </p:nvSpPr>
        <p:spPr>
          <a:xfrm>
            <a:off x="2662932" y="2531761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366" name="Straight Arrow Connector 1365">
            <a:extLst>
              <a:ext uri="{FF2B5EF4-FFF2-40B4-BE49-F238E27FC236}">
                <a16:creationId xmlns:a16="http://schemas.microsoft.com/office/drawing/2014/main" id="{AA915DA4-DD29-07D3-F037-5E8AA6396E15}"/>
              </a:ext>
            </a:extLst>
          </p:cNvPr>
          <p:cNvCxnSpPr>
            <a:cxnSpLocks/>
            <a:stCxn id="1363" idx="4"/>
            <a:endCxn id="1365" idx="0"/>
          </p:cNvCxnSpPr>
          <p:nvPr/>
        </p:nvCxnSpPr>
        <p:spPr>
          <a:xfrm>
            <a:off x="3428426" y="2161288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!!11">
            <a:extLst>
              <a:ext uri="{FF2B5EF4-FFF2-40B4-BE49-F238E27FC236}">
                <a16:creationId xmlns:a16="http://schemas.microsoft.com/office/drawing/2014/main" id="{37F7A9CF-2A5B-D256-B518-4669251C3AD1}"/>
              </a:ext>
            </a:extLst>
          </p:cNvPr>
          <p:cNvCxnSpPr>
            <a:cxnSpLocks/>
          </p:cNvCxnSpPr>
          <p:nvPr/>
        </p:nvCxnSpPr>
        <p:spPr>
          <a:xfrm flipH="1">
            <a:off x="3429027" y="3034182"/>
            <a:ext cx="1803" cy="3685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8" name="Rectangle 1367">
            <a:extLst>
              <a:ext uri="{FF2B5EF4-FFF2-40B4-BE49-F238E27FC236}">
                <a16:creationId xmlns:a16="http://schemas.microsoft.com/office/drawing/2014/main" id="{D2791A8C-FB4D-D291-7641-EC91911EC6A9}"/>
              </a:ext>
            </a:extLst>
          </p:cNvPr>
          <p:cNvSpPr/>
          <p:nvPr/>
        </p:nvSpPr>
        <p:spPr>
          <a:xfrm>
            <a:off x="2657539" y="3402713"/>
            <a:ext cx="154297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369" name="!!6">
            <a:extLst>
              <a:ext uri="{FF2B5EF4-FFF2-40B4-BE49-F238E27FC236}">
                <a16:creationId xmlns:a16="http://schemas.microsoft.com/office/drawing/2014/main" id="{63A363E9-97F4-3BD7-8C7C-16F8BA7AFD3E}"/>
              </a:ext>
            </a:extLst>
          </p:cNvPr>
          <p:cNvCxnSpPr>
            <a:cxnSpLocks/>
          </p:cNvCxnSpPr>
          <p:nvPr/>
        </p:nvCxnSpPr>
        <p:spPr>
          <a:xfrm flipH="1">
            <a:off x="3425509" y="3913915"/>
            <a:ext cx="3518" cy="36953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0" name="Rectangle 1369">
            <a:extLst>
              <a:ext uri="{FF2B5EF4-FFF2-40B4-BE49-F238E27FC236}">
                <a16:creationId xmlns:a16="http://schemas.microsoft.com/office/drawing/2014/main" id="{4A0C2EEB-906A-D686-AADB-913C54226172}"/>
              </a:ext>
            </a:extLst>
          </p:cNvPr>
          <p:cNvSpPr/>
          <p:nvPr/>
        </p:nvSpPr>
        <p:spPr>
          <a:xfrm>
            <a:off x="2645110" y="4283454"/>
            <a:ext cx="1560798" cy="51051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371" name="Rectangle 1370">
            <a:extLst>
              <a:ext uri="{FF2B5EF4-FFF2-40B4-BE49-F238E27FC236}">
                <a16:creationId xmlns:a16="http://schemas.microsoft.com/office/drawing/2014/main" id="{7C58DA6B-834E-7311-E2B0-C02C0A25BC53}"/>
              </a:ext>
            </a:extLst>
          </p:cNvPr>
          <p:cNvSpPr/>
          <p:nvPr/>
        </p:nvSpPr>
        <p:spPr>
          <a:xfrm>
            <a:off x="4507374" y="4275607"/>
            <a:ext cx="1390926" cy="51120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72" name="!!7">
            <a:extLst>
              <a:ext uri="{FF2B5EF4-FFF2-40B4-BE49-F238E27FC236}">
                <a16:creationId xmlns:a16="http://schemas.microsoft.com/office/drawing/2014/main" id="{103A86AB-9106-0D92-50D4-BE4F1D8BA3CE}"/>
              </a:ext>
            </a:extLst>
          </p:cNvPr>
          <p:cNvCxnSpPr>
            <a:cxnSpLocks/>
            <a:endCxn id="1371" idx="1"/>
          </p:cNvCxnSpPr>
          <p:nvPr/>
        </p:nvCxnSpPr>
        <p:spPr>
          <a:xfrm>
            <a:off x="4196997" y="4530866"/>
            <a:ext cx="310377" cy="34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!!9">
            <a:extLst>
              <a:ext uri="{FF2B5EF4-FFF2-40B4-BE49-F238E27FC236}">
                <a16:creationId xmlns:a16="http://schemas.microsoft.com/office/drawing/2014/main" id="{EE0380F3-DAD8-AECB-75D4-9B1088049590}"/>
              </a:ext>
            </a:extLst>
          </p:cNvPr>
          <p:cNvCxnSpPr>
            <a:cxnSpLocks/>
            <a:stCxn id="1371" idx="0"/>
          </p:cNvCxnSpPr>
          <p:nvPr/>
        </p:nvCxnSpPr>
        <p:spPr>
          <a:xfrm flipH="1" flipV="1">
            <a:off x="5198235" y="3890763"/>
            <a:ext cx="4602" cy="38484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4" name="Rectangle 1373">
            <a:extLst>
              <a:ext uri="{FF2B5EF4-FFF2-40B4-BE49-F238E27FC236}">
                <a16:creationId xmlns:a16="http://schemas.microsoft.com/office/drawing/2014/main" id="{E9012D44-E2E8-3E50-5F7E-2E9DB1B67EC3}"/>
              </a:ext>
            </a:extLst>
          </p:cNvPr>
          <p:cNvSpPr/>
          <p:nvPr/>
        </p:nvSpPr>
        <p:spPr>
          <a:xfrm>
            <a:off x="4516284" y="3402713"/>
            <a:ext cx="1387409" cy="51443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375" name="!!8">
            <a:extLst>
              <a:ext uri="{FF2B5EF4-FFF2-40B4-BE49-F238E27FC236}">
                <a16:creationId xmlns:a16="http://schemas.microsoft.com/office/drawing/2014/main" id="{FDBE05B8-A533-EB7B-7755-062D6098DD37}"/>
              </a:ext>
            </a:extLst>
          </p:cNvPr>
          <p:cNvCxnSpPr>
            <a:cxnSpLocks/>
            <a:stCxn id="1374" idx="0"/>
            <a:endCxn id="1026" idx="2"/>
          </p:cNvCxnSpPr>
          <p:nvPr/>
        </p:nvCxnSpPr>
        <p:spPr>
          <a:xfrm flipV="1">
            <a:off x="5209989" y="3050138"/>
            <a:ext cx="0" cy="352575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E4488A7C-651E-52DD-F954-EC56D9A9E946}"/>
              </a:ext>
            </a:extLst>
          </p:cNvPr>
          <p:cNvSpPr/>
          <p:nvPr/>
        </p:nvSpPr>
        <p:spPr>
          <a:xfrm>
            <a:off x="4516284" y="2531761"/>
            <a:ext cx="1387409" cy="51837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p:sp>
        <p:nvSpPr>
          <p:cNvPr id="1027" name="Parallelogram 1026">
            <a:extLst>
              <a:ext uri="{FF2B5EF4-FFF2-40B4-BE49-F238E27FC236}">
                <a16:creationId xmlns:a16="http://schemas.microsoft.com/office/drawing/2014/main" id="{F7EBF915-4AF2-6A50-60C6-62A7433F4277}"/>
              </a:ext>
            </a:extLst>
          </p:cNvPr>
          <p:cNvSpPr/>
          <p:nvPr/>
        </p:nvSpPr>
        <p:spPr>
          <a:xfrm>
            <a:off x="4516284" y="1760459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Thresholds T1 and T2.</a:t>
            </a:r>
          </a:p>
        </p:txBody>
      </p:sp>
      <p:cxnSp>
        <p:nvCxnSpPr>
          <p:cNvPr id="1028" name="Straight Arrow Connector 1027">
            <a:extLst>
              <a:ext uri="{FF2B5EF4-FFF2-40B4-BE49-F238E27FC236}">
                <a16:creationId xmlns:a16="http://schemas.microsoft.com/office/drawing/2014/main" id="{8BA90555-C719-EEC4-34BF-DDD91CBFD2C9}"/>
              </a:ext>
            </a:extLst>
          </p:cNvPr>
          <p:cNvCxnSpPr>
            <a:cxnSpLocks/>
            <a:stCxn id="1026" idx="0"/>
            <a:endCxn id="1027" idx="4"/>
          </p:cNvCxnSpPr>
          <p:nvPr/>
        </p:nvCxnSpPr>
        <p:spPr>
          <a:xfrm flipV="1">
            <a:off x="5209989" y="2148530"/>
            <a:ext cx="0" cy="38323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Oval 1028">
            <a:extLst>
              <a:ext uri="{FF2B5EF4-FFF2-40B4-BE49-F238E27FC236}">
                <a16:creationId xmlns:a16="http://schemas.microsoft.com/office/drawing/2014/main" id="{75218159-77DF-4D29-3EFC-590616AECAF9}"/>
              </a:ext>
            </a:extLst>
          </p:cNvPr>
          <p:cNvSpPr/>
          <p:nvPr/>
        </p:nvSpPr>
        <p:spPr>
          <a:xfrm>
            <a:off x="4848334" y="997020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3D8836AD-62C6-0A8B-0058-B97738C3A89E}"/>
              </a:ext>
            </a:extLst>
          </p:cNvPr>
          <p:cNvCxnSpPr>
            <a:cxnSpLocks/>
            <a:stCxn id="1027" idx="0"/>
            <a:endCxn id="1029" idx="4"/>
          </p:cNvCxnSpPr>
          <p:nvPr/>
        </p:nvCxnSpPr>
        <p:spPr>
          <a:xfrm flipH="1" flipV="1">
            <a:off x="5209988" y="1397726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51593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0">
        <p159:morph option="byObject"/>
      </p:transition>
    </mc:Choice>
    <mc:Fallback xmlns="">
      <p:transition spd="slow" advTm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C8279F2A-F879-CF30-012D-47DB15701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34DB8CD4-3852-9684-8E23-562B5C20DB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AAF3342E-22A0-2C25-1F09-CA115E2BD839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A6CD70A2-A925-A8DA-82FD-601D78DDC6A3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D7734340-C6B4-8D09-F8EE-E2CE39608FCD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66570CBD-BAAF-DFF2-52D3-C55CBF1F8E04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A7685BAE-EFED-3950-952E-3C83312054DB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C67645B0-A8CA-5775-3CCA-9A296AC80F0A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9B903870-EF3B-17D7-6B17-00D6FDE59DC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1362" name="Oval 1361">
            <a:extLst>
              <a:ext uri="{FF2B5EF4-FFF2-40B4-BE49-F238E27FC236}">
                <a16:creationId xmlns:a16="http://schemas.microsoft.com/office/drawing/2014/main" id="{D36F2877-C96D-8069-D2E6-036DBC20DB20}"/>
              </a:ext>
            </a:extLst>
          </p:cNvPr>
          <p:cNvSpPr/>
          <p:nvPr/>
        </p:nvSpPr>
        <p:spPr>
          <a:xfrm>
            <a:off x="1488238" y="855845"/>
            <a:ext cx="1775303" cy="585409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363" name="Parallelogram 1362">
            <a:extLst>
              <a:ext uri="{FF2B5EF4-FFF2-40B4-BE49-F238E27FC236}">
                <a16:creationId xmlns:a16="http://schemas.microsoft.com/office/drawing/2014/main" id="{61213716-E964-87BA-FE68-7F56E405CAED}"/>
              </a:ext>
            </a:extLst>
          </p:cNvPr>
          <p:cNvSpPr/>
          <p:nvPr/>
        </p:nvSpPr>
        <p:spPr>
          <a:xfrm>
            <a:off x="492193" y="1601552"/>
            <a:ext cx="3767942" cy="586364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364" name="Straight Arrow Connector 1363">
            <a:extLst>
              <a:ext uri="{FF2B5EF4-FFF2-40B4-BE49-F238E27FC236}">
                <a16:creationId xmlns:a16="http://schemas.microsoft.com/office/drawing/2014/main" id="{C93C98B3-72C7-18A5-E36E-2CE6680C98DA}"/>
              </a:ext>
            </a:extLst>
          </p:cNvPr>
          <p:cNvCxnSpPr>
            <a:cxnSpLocks/>
            <a:stCxn id="1362" idx="4"/>
            <a:endCxn id="1363" idx="0"/>
          </p:cNvCxnSpPr>
          <p:nvPr/>
        </p:nvCxnSpPr>
        <p:spPr>
          <a:xfrm>
            <a:off x="2375890" y="1441254"/>
            <a:ext cx="274" cy="16029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!!5">
            <a:extLst>
              <a:ext uri="{FF2B5EF4-FFF2-40B4-BE49-F238E27FC236}">
                <a16:creationId xmlns:a16="http://schemas.microsoft.com/office/drawing/2014/main" id="{D53BD525-4D8F-36AD-AC12-24E111F704DA}"/>
              </a:ext>
            </a:extLst>
          </p:cNvPr>
          <p:cNvSpPr/>
          <p:nvPr/>
        </p:nvSpPr>
        <p:spPr>
          <a:xfrm>
            <a:off x="483002" y="2368886"/>
            <a:ext cx="3781727" cy="73498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366" name="Straight Arrow Connector 1365">
            <a:extLst>
              <a:ext uri="{FF2B5EF4-FFF2-40B4-BE49-F238E27FC236}">
                <a16:creationId xmlns:a16="http://schemas.microsoft.com/office/drawing/2014/main" id="{EEEB7B57-303D-7965-DA50-DEB6C0DB0CFE}"/>
              </a:ext>
            </a:extLst>
          </p:cNvPr>
          <p:cNvCxnSpPr>
            <a:cxnSpLocks/>
            <a:stCxn id="1363" idx="4"/>
            <a:endCxn id="1365" idx="0"/>
          </p:cNvCxnSpPr>
          <p:nvPr/>
        </p:nvCxnSpPr>
        <p:spPr>
          <a:xfrm flipH="1">
            <a:off x="2373866" y="2187916"/>
            <a:ext cx="2298" cy="180970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!!11">
            <a:extLst>
              <a:ext uri="{FF2B5EF4-FFF2-40B4-BE49-F238E27FC236}">
                <a16:creationId xmlns:a16="http://schemas.microsoft.com/office/drawing/2014/main" id="{1B9DEDE8-2DFC-CCA2-0192-160A521CE9A0}"/>
              </a:ext>
            </a:extLst>
          </p:cNvPr>
          <p:cNvCxnSpPr>
            <a:cxnSpLocks/>
            <a:stCxn id="1365" idx="2"/>
            <a:endCxn id="1368" idx="0"/>
          </p:cNvCxnSpPr>
          <p:nvPr/>
        </p:nvCxnSpPr>
        <p:spPr>
          <a:xfrm>
            <a:off x="2373866" y="3103868"/>
            <a:ext cx="4594" cy="17844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8" name="Rectangle 1367">
            <a:extLst>
              <a:ext uri="{FF2B5EF4-FFF2-40B4-BE49-F238E27FC236}">
                <a16:creationId xmlns:a16="http://schemas.microsoft.com/office/drawing/2014/main" id="{C70A2519-88B3-C7DB-D0B7-298B2ED5C3D3}"/>
              </a:ext>
            </a:extLst>
          </p:cNvPr>
          <p:cNvSpPr/>
          <p:nvPr/>
        </p:nvSpPr>
        <p:spPr>
          <a:xfrm>
            <a:off x="492191" y="3282314"/>
            <a:ext cx="3772537" cy="74782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Extract STE and Spectral Centroid (SC) features.</a:t>
            </a:r>
          </a:p>
        </p:txBody>
      </p:sp>
      <p:cxnSp>
        <p:nvCxnSpPr>
          <p:cNvPr id="1369" name="!!6">
            <a:extLst>
              <a:ext uri="{FF2B5EF4-FFF2-40B4-BE49-F238E27FC236}">
                <a16:creationId xmlns:a16="http://schemas.microsoft.com/office/drawing/2014/main" id="{3BE0464A-F2F2-0BA5-A0F0-455B07DA9605}"/>
              </a:ext>
            </a:extLst>
          </p:cNvPr>
          <p:cNvCxnSpPr>
            <a:cxnSpLocks/>
            <a:stCxn id="1368" idx="2"/>
            <a:endCxn id="1370" idx="0"/>
          </p:cNvCxnSpPr>
          <p:nvPr/>
        </p:nvCxnSpPr>
        <p:spPr>
          <a:xfrm>
            <a:off x="2378460" y="4030142"/>
            <a:ext cx="0" cy="168625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0" name="Rectangle 1369">
            <a:extLst>
              <a:ext uri="{FF2B5EF4-FFF2-40B4-BE49-F238E27FC236}">
                <a16:creationId xmlns:a16="http://schemas.microsoft.com/office/drawing/2014/main" id="{E2ABC7DC-F9D9-51B2-982D-1D6CB361F51F}"/>
              </a:ext>
            </a:extLst>
          </p:cNvPr>
          <p:cNvSpPr/>
          <p:nvPr/>
        </p:nvSpPr>
        <p:spPr>
          <a:xfrm>
            <a:off x="492191" y="4198767"/>
            <a:ext cx="3772537" cy="746826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Merge data to compute a combined histogram.</a:t>
            </a:r>
          </a:p>
        </p:txBody>
      </p:sp>
      <p:sp>
        <p:nvSpPr>
          <p:cNvPr id="1371" name="Rectangle 1370">
            <a:extLst>
              <a:ext uri="{FF2B5EF4-FFF2-40B4-BE49-F238E27FC236}">
                <a16:creationId xmlns:a16="http://schemas.microsoft.com/office/drawing/2014/main" id="{9C10273F-48A2-F4E2-D3C3-EBC75983A56F}"/>
              </a:ext>
            </a:extLst>
          </p:cNvPr>
          <p:cNvSpPr/>
          <p:nvPr/>
        </p:nvSpPr>
        <p:spPr>
          <a:xfrm>
            <a:off x="4739869" y="4198767"/>
            <a:ext cx="3413924" cy="74782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Apply a smoothing filter to the histogram.</a:t>
            </a:r>
          </a:p>
        </p:txBody>
      </p:sp>
      <p:cxnSp>
        <p:nvCxnSpPr>
          <p:cNvPr id="1372" name="!!7">
            <a:extLst>
              <a:ext uri="{FF2B5EF4-FFF2-40B4-BE49-F238E27FC236}">
                <a16:creationId xmlns:a16="http://schemas.microsoft.com/office/drawing/2014/main" id="{34322E68-F94F-81A5-EDEC-B6A788AFA9D2}"/>
              </a:ext>
            </a:extLst>
          </p:cNvPr>
          <p:cNvCxnSpPr>
            <a:cxnSpLocks/>
            <a:stCxn id="1370" idx="3"/>
            <a:endCxn id="1371" idx="1"/>
          </p:cNvCxnSpPr>
          <p:nvPr/>
        </p:nvCxnSpPr>
        <p:spPr>
          <a:xfrm>
            <a:off x="4264728" y="4572180"/>
            <a:ext cx="475141" cy="50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!!9">
            <a:extLst>
              <a:ext uri="{FF2B5EF4-FFF2-40B4-BE49-F238E27FC236}">
                <a16:creationId xmlns:a16="http://schemas.microsoft.com/office/drawing/2014/main" id="{13E0733F-3605-869F-C790-667D1B41A9E4}"/>
              </a:ext>
            </a:extLst>
          </p:cNvPr>
          <p:cNvCxnSpPr>
            <a:cxnSpLocks/>
            <a:stCxn id="1371" idx="0"/>
            <a:endCxn id="1374" idx="2"/>
          </p:cNvCxnSpPr>
          <p:nvPr/>
        </p:nvCxnSpPr>
        <p:spPr>
          <a:xfrm flipH="1" flipV="1">
            <a:off x="6442515" y="4032503"/>
            <a:ext cx="4316" cy="166264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4" name="Rectangle 1373">
            <a:extLst>
              <a:ext uri="{FF2B5EF4-FFF2-40B4-BE49-F238E27FC236}">
                <a16:creationId xmlns:a16="http://schemas.microsoft.com/office/drawing/2014/main" id="{B22E2504-75F0-4BC5-4D2B-41A4987106F7}"/>
              </a:ext>
            </a:extLst>
          </p:cNvPr>
          <p:cNvSpPr/>
          <p:nvPr/>
        </p:nvSpPr>
        <p:spPr>
          <a:xfrm>
            <a:off x="4739869" y="3279953"/>
            <a:ext cx="3405292" cy="75255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Find two local maxima peaks (M1 and M2).</a:t>
            </a:r>
          </a:p>
        </p:txBody>
      </p:sp>
      <p:cxnSp>
        <p:nvCxnSpPr>
          <p:cNvPr id="1375" name="!!8">
            <a:extLst>
              <a:ext uri="{FF2B5EF4-FFF2-40B4-BE49-F238E27FC236}">
                <a16:creationId xmlns:a16="http://schemas.microsoft.com/office/drawing/2014/main" id="{F58E5B47-FE5D-9735-BA95-AE0F107A9E28}"/>
              </a:ext>
            </a:extLst>
          </p:cNvPr>
          <p:cNvCxnSpPr>
            <a:cxnSpLocks/>
            <a:stCxn id="1374" idx="0"/>
            <a:endCxn id="1026" idx="2"/>
          </p:cNvCxnSpPr>
          <p:nvPr/>
        </p:nvCxnSpPr>
        <p:spPr>
          <a:xfrm flipV="1">
            <a:off x="6442515" y="3105187"/>
            <a:ext cx="0" cy="17476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950FBD15-76B9-AC89-6E3F-264F4F173C97}"/>
              </a:ext>
            </a:extLst>
          </p:cNvPr>
          <p:cNvSpPr/>
          <p:nvPr/>
        </p:nvSpPr>
        <p:spPr>
          <a:xfrm>
            <a:off x="4739869" y="2346863"/>
            <a:ext cx="3405292" cy="75832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common thresholds T1 (STE) and T2 (SC).</a:t>
            </a:r>
          </a:p>
        </p:txBody>
      </p:sp>
      <p:sp>
        <p:nvSpPr>
          <p:cNvPr id="1027" name="Parallelogram 1026">
            <a:extLst>
              <a:ext uri="{FF2B5EF4-FFF2-40B4-BE49-F238E27FC236}">
                <a16:creationId xmlns:a16="http://schemas.microsoft.com/office/drawing/2014/main" id="{6430820D-1689-4CDB-B588-78CF7C6E267A}"/>
              </a:ext>
            </a:extLst>
          </p:cNvPr>
          <p:cNvSpPr/>
          <p:nvPr/>
        </p:nvSpPr>
        <p:spPr>
          <a:xfrm>
            <a:off x="4739869" y="1576465"/>
            <a:ext cx="3405292" cy="567702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Thresholds T1 and T2.</a:t>
            </a:r>
          </a:p>
        </p:txBody>
      </p:sp>
      <p:cxnSp>
        <p:nvCxnSpPr>
          <p:cNvPr id="1028" name="Straight Arrow Connector 1027">
            <a:extLst>
              <a:ext uri="{FF2B5EF4-FFF2-40B4-BE49-F238E27FC236}">
                <a16:creationId xmlns:a16="http://schemas.microsoft.com/office/drawing/2014/main" id="{82DBF5D2-3DCA-465F-FE26-C47DD8B6FF2D}"/>
              </a:ext>
            </a:extLst>
          </p:cNvPr>
          <p:cNvCxnSpPr>
            <a:cxnSpLocks/>
            <a:stCxn id="1026" idx="0"/>
            <a:endCxn id="1027" idx="4"/>
          </p:cNvCxnSpPr>
          <p:nvPr/>
        </p:nvCxnSpPr>
        <p:spPr>
          <a:xfrm flipV="1">
            <a:off x="6442515" y="2144167"/>
            <a:ext cx="0" cy="20269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Oval 1028">
            <a:extLst>
              <a:ext uri="{FF2B5EF4-FFF2-40B4-BE49-F238E27FC236}">
                <a16:creationId xmlns:a16="http://schemas.microsoft.com/office/drawing/2014/main" id="{89D7CD43-53F1-AAAF-8060-DE9FE4CE407E}"/>
              </a:ext>
            </a:extLst>
          </p:cNvPr>
          <p:cNvSpPr/>
          <p:nvPr/>
        </p:nvSpPr>
        <p:spPr>
          <a:xfrm>
            <a:off x="5563495" y="849331"/>
            <a:ext cx="1775303" cy="58618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792D6799-3100-88D4-B6B3-05E16D228CEF}"/>
              </a:ext>
            </a:extLst>
          </p:cNvPr>
          <p:cNvCxnSpPr>
            <a:cxnSpLocks/>
            <a:stCxn id="1027" idx="0"/>
            <a:endCxn id="1029" idx="4"/>
          </p:cNvCxnSpPr>
          <p:nvPr/>
        </p:nvCxnSpPr>
        <p:spPr>
          <a:xfrm flipV="1">
            <a:off x="6442515" y="1435516"/>
            <a:ext cx="8632" cy="14094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21418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573BB466-4D8F-5C93-CA1E-2D2D1EAE0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FC3119D8-40E1-B269-71D7-2A947AB35F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687CE046-BCEB-FA88-F684-0175B0369BC7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DAD49D8B-1BD0-64FF-4DC9-DA4707734A3D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7F1F5AB-824D-9FA5-9D0A-4C94235843F3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0D1AB4DC-9EC5-8866-FC2D-E61A0B081C00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7787BBC6-0477-0D82-61DF-65C763410D74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82C431F5-76F2-7467-0F24-2F5EA1BE57E4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23A51C8D-569D-6CB7-DAD4-A703DCCC2D6C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55936D-1E14-84D5-0720-A787F7A1F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2641" y="821950"/>
            <a:ext cx="4858718" cy="2643809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A966F3C-2D73-3311-56A0-BA6CF78CE414}"/>
              </a:ext>
            </a:extLst>
          </p:cNvPr>
          <p:cNvSpPr/>
          <p:nvPr/>
        </p:nvSpPr>
        <p:spPr>
          <a:xfrm>
            <a:off x="485702" y="3629452"/>
            <a:ext cx="8416130" cy="1338761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1497;p43">
            <a:extLst>
              <a:ext uri="{FF2B5EF4-FFF2-40B4-BE49-F238E27FC236}">
                <a16:creationId xmlns:a16="http://schemas.microsoft.com/office/drawing/2014/main" id="{1C6BF66D-38CA-A925-1912-E0F3A498C556}"/>
              </a:ext>
            </a:extLst>
          </p:cNvPr>
          <p:cNvSpPr txBox="1">
            <a:spLocks/>
          </p:cNvSpPr>
          <p:nvPr/>
        </p:nvSpPr>
        <p:spPr>
          <a:xfrm>
            <a:off x="533173" y="3561855"/>
            <a:ext cx="8357254" cy="1566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>
              <a:spcAft>
                <a:spcPts val="600"/>
              </a:spcAft>
            </a:pPr>
            <a:r>
              <a:rPr lang="fr-FR" dirty="0" err="1">
                <a:solidFill>
                  <a:schemeClr val="accent6"/>
                </a:solidFill>
              </a:rPr>
              <a:t>Repeat</a:t>
            </a:r>
            <a:r>
              <a:rPr lang="fr-FR" dirty="0">
                <a:solidFill>
                  <a:schemeClr val="accent6"/>
                </a:solidFill>
              </a:rPr>
              <a:t> the </a:t>
            </a:r>
            <a:r>
              <a:rPr lang="fr-FR" dirty="0" err="1">
                <a:solidFill>
                  <a:schemeClr val="accent6"/>
                </a:solidFill>
              </a:rPr>
              <a:t>algorithm</a:t>
            </a:r>
            <a:r>
              <a:rPr lang="fr-FR" dirty="0">
                <a:solidFill>
                  <a:schemeClr val="accent6"/>
                </a:solidFill>
              </a:rPr>
              <a:t> for </a:t>
            </a:r>
            <a:r>
              <a:rPr lang="fr-FR" dirty="0" err="1">
                <a:solidFill>
                  <a:schemeClr val="accent6"/>
                </a:solidFill>
              </a:rPr>
              <a:t>each</a:t>
            </a:r>
            <a:r>
              <a:rPr lang="fr-FR" dirty="0">
                <a:solidFill>
                  <a:schemeClr val="accent6"/>
                </a:solidFill>
              </a:rPr>
              <a:t> signal. After </a:t>
            </a:r>
            <a:r>
              <a:rPr lang="fr-FR" dirty="0" err="1">
                <a:solidFill>
                  <a:schemeClr val="accent6"/>
                </a:solidFill>
              </a:rPr>
              <a:t>computing</a:t>
            </a:r>
            <a:r>
              <a:rPr lang="fr-FR" dirty="0">
                <a:solidFill>
                  <a:schemeClr val="accent6"/>
                </a:solidFill>
              </a:rPr>
              <a:t> the </a:t>
            </a:r>
            <a:r>
              <a:rPr lang="fr-FR" dirty="0" err="1">
                <a:solidFill>
                  <a:schemeClr val="accent6"/>
                </a:solidFill>
              </a:rPr>
              <a:t>histograms</a:t>
            </a:r>
            <a:r>
              <a:rPr lang="fr-FR" dirty="0">
                <a:solidFill>
                  <a:schemeClr val="accent6"/>
                </a:solidFill>
              </a:rPr>
              <a:t> and </a:t>
            </a:r>
            <a:r>
              <a:rPr lang="fr-FR" dirty="0" err="1">
                <a:solidFill>
                  <a:schemeClr val="accent6"/>
                </a:solidFill>
              </a:rPr>
              <a:t>filtering</a:t>
            </a:r>
            <a:r>
              <a:rPr lang="fr-FR" dirty="0">
                <a:solidFill>
                  <a:schemeClr val="accent6"/>
                </a:solidFill>
              </a:rPr>
              <a:t>, for </a:t>
            </a:r>
            <a:r>
              <a:rPr lang="fr-FR" dirty="0" err="1">
                <a:solidFill>
                  <a:schemeClr val="accent6"/>
                </a:solidFill>
              </a:rPr>
              <a:t>each</a:t>
            </a:r>
            <a:r>
              <a:rPr lang="fr-FR" dirty="0">
                <a:solidFill>
                  <a:schemeClr val="accent6"/>
                </a:solidFill>
              </a:rPr>
              <a:t> frame: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accent6"/>
                </a:solidFill>
              </a:rPr>
              <a:t>(If STE &gt; T1 &amp; SC &gt; T2) OR (STE &gt; T1_high) =&gt; Speech.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b="1" dirty="0" err="1">
                <a:solidFill>
                  <a:schemeClr val="accent6"/>
                </a:solidFill>
              </a:rPr>
              <a:t>Otherwise</a:t>
            </a:r>
            <a:r>
              <a:rPr lang="fr-FR" b="1" dirty="0">
                <a:solidFill>
                  <a:schemeClr val="accent6"/>
                </a:solidFill>
              </a:rPr>
              <a:t> =&gt; Silence.</a:t>
            </a:r>
          </a:p>
        </p:txBody>
      </p:sp>
    </p:spTree>
    <p:extLst>
      <p:ext uri="{BB962C8B-B14F-4D97-AF65-F5344CB8AC3E}">
        <p14:creationId xmlns:p14="http://schemas.microsoft.com/office/powerpoint/2010/main" val="4716397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BBB64E80-2AFD-4024-C758-DBE5D435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CA7DD994-586D-7B2D-70B1-3171696CC8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B02BEDBA-F80B-CF46-D15E-E98BA84B8DCC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20914233-AD18-ABF3-F15B-27EC3AB4AA95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45306388-4C74-44EC-4C7B-37346EBD8B8B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B10DCA8B-4816-3591-B08A-FBD45D7D6D2F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52AF4926-7922-F0D1-E6A5-25CCE11FCAC8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F9ECB84-AF08-C8A3-4C0B-44A7A833B96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57A206E4-D89F-4A0C-F831-AA91D21EF6D9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A34877D8-8800-0FE5-F9F9-D91F985E4CB0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61DC2670-85AE-7734-D831-208F369EB85E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A9D83F79-D074-766F-F8DD-8AB828DA2C9A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6DE13288-27CF-04BB-A514-816D0699393A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DFB397CE-2C24-D5C5-FC9A-2648D9564AFA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EBFD08EE-1932-2DA2-B066-1C203A7AC132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451D2108-EFDB-1078-FB35-A1F85CD97275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D30E673E-F8FF-8F91-5D2D-9932B14269E7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0D73536D-A430-B482-BA4C-987248AD40A8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E975A1CF-A150-CC92-4DF2-62D4987DE435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FD40B423-6EEC-B1B1-7606-207159164CD3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C50023D5-603F-8028-3325-807AFDA8ACBF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B4212C92-78FB-FB68-8F06-5FCE53297EDD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329DB4-A4F7-8580-6985-30D07C530228}"/>
              </a:ext>
            </a:extLst>
          </p:cNvPr>
          <p:cNvSpPr/>
          <p:nvPr/>
        </p:nvSpPr>
        <p:spPr>
          <a:xfrm>
            <a:off x="217259" y="3196143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44B0DA-CC53-3B59-360A-6074DE7CA3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260" y="811081"/>
            <a:ext cx="4194462" cy="228236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AE648EA-9C66-3A54-4595-8902E85E80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25646" y="830849"/>
            <a:ext cx="4194463" cy="228236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D049D6-5D2A-102F-BB7E-C6A31B5CDE13}"/>
              </a:ext>
            </a:extLst>
          </p:cNvPr>
          <p:cNvSpPr txBox="1"/>
          <p:nvPr/>
        </p:nvSpPr>
        <p:spPr>
          <a:xfrm>
            <a:off x="210627" y="3215937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Highly accurate, very few errors.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STE effectively captures low-frequency male voice energy. The 10ms error is just frame shift.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6CCB1A6-6781-A538-C011-7980AC10C07B}"/>
              </a:ext>
            </a:extLst>
          </p:cNvPr>
          <p:cNvSpPr/>
          <p:nvPr/>
        </p:nvSpPr>
        <p:spPr>
          <a:xfrm>
            <a:off x="4732278" y="3180969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13D1E4-B279-B506-DBA7-60CDAA6F156E}"/>
              </a:ext>
            </a:extLst>
          </p:cNvPr>
          <p:cNvSpPr txBox="1"/>
          <p:nvPr/>
        </p:nvSpPr>
        <p:spPr>
          <a:xfrm>
            <a:off x="4725646" y="3200763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20ms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22.36ms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Slight boundary deviation at speech edges.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Female voices contain unvoiced sounds (low STE) at word edges, causing early or late cuts.</a:t>
            </a:r>
          </a:p>
        </p:txBody>
      </p:sp>
    </p:spTree>
    <p:extLst>
      <p:ext uri="{BB962C8B-B14F-4D97-AF65-F5344CB8AC3E}">
        <p14:creationId xmlns:p14="http://schemas.microsoft.com/office/powerpoint/2010/main" val="2038032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4002A1B9-CA64-CD7D-7396-0D60F1D49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!!1">
            <a:extLst>
              <a:ext uri="{FF2B5EF4-FFF2-40B4-BE49-F238E27FC236}">
                <a16:creationId xmlns:a16="http://schemas.microsoft.com/office/drawing/2014/main" id="{B9BC1AE3-942C-EAA5-EFAE-C5F60976E8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5166" y="11826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/>
              <a:t>HISTOGRAM: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RESULTS</a:t>
            </a:r>
            <a:endParaRPr dirty="0"/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BEEF7A84-76C6-8CA2-362C-5B53467FA770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072CA85C-0034-11A6-CB00-2FF5E21A0929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9AB5759E-B0DE-EFD8-8D54-4C5458EBCB5C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9BCF3092-ACA8-F77F-8E72-0648B759D8AB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A307BA63-8820-E91E-B338-F2F0C170E601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3D21C0A7-2399-B436-8A1C-D3058C240A97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5384EEE6-F196-08EC-F289-209583F2BC7D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ABA082D5-E2A6-D421-E9F0-60C6B0233496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145718A2-BFD9-FBF2-2571-78844AE8B378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50670144-0624-270C-0903-1FB2AE3471DD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8BA894CC-DFC7-116C-C66F-8BC3F905A521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9A397F70-AB92-FA6E-ECFE-6C64A2708DE0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1E39EC80-582B-D036-0E2A-D536EB64D59F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AFEDC292-24C6-175B-8486-989FEA2CFD62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8559F879-1D1C-42E8-40F1-CD97DB01E0E0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22AFC743-C9FC-730D-41E9-22DC00EF6333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24F708B6-9855-F9F8-97B5-1A94871CA281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9B7379B0-91F2-5FD6-15C5-4227E4852BBA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389045BE-0BDF-CDB1-D1B7-9515124F1F3B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7ABC50A4-2FB0-4BEB-0595-859396B65F15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145A651-5D2D-F128-9E9E-508F0189480C}"/>
              </a:ext>
            </a:extLst>
          </p:cNvPr>
          <p:cNvSpPr/>
          <p:nvPr/>
        </p:nvSpPr>
        <p:spPr>
          <a:xfrm>
            <a:off x="217259" y="3196143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800F51-3FAC-87BA-A407-CB3E7E8814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3891" y="811081"/>
            <a:ext cx="4187830" cy="228236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713EA30-6899-EBD5-0D64-B0F8A737EFF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32278" y="830849"/>
            <a:ext cx="4104499" cy="228236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6B8491E-6EB2-9D5B-6268-3D8C11E589DC}"/>
              </a:ext>
            </a:extLst>
          </p:cNvPr>
          <p:cNvSpPr txBox="1"/>
          <p:nvPr/>
        </p:nvSpPr>
        <p:spPr>
          <a:xfrm>
            <a:off x="210627" y="3215937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10ms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Highly accurate, very few errors.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STE effectively captures low-frequency male voice energy. The 10ms error is just frame shift.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A0B343-3568-2015-7FF1-65F207B074A3}"/>
              </a:ext>
            </a:extLst>
          </p:cNvPr>
          <p:cNvSpPr/>
          <p:nvPr/>
        </p:nvSpPr>
        <p:spPr>
          <a:xfrm>
            <a:off x="4732278" y="3180969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4813CC-8F7C-97B9-7B23-10BF0CA6AD6F}"/>
              </a:ext>
            </a:extLst>
          </p:cNvPr>
          <p:cNvSpPr txBox="1"/>
          <p:nvPr/>
        </p:nvSpPr>
        <p:spPr>
          <a:xfrm>
            <a:off x="4725646" y="3200763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15ms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15.81ms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Slight boundary deviation at speech edges.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Female voices contain unvoiced sounds (low STE) at word edges, causing early or late cuts.</a:t>
            </a:r>
          </a:p>
        </p:txBody>
      </p:sp>
    </p:spTree>
    <p:extLst>
      <p:ext uri="{BB962C8B-B14F-4D97-AF65-F5344CB8AC3E}">
        <p14:creationId xmlns:p14="http://schemas.microsoft.com/office/powerpoint/2010/main" val="14426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>
          <a:extLst>
            <a:ext uri="{FF2B5EF4-FFF2-40B4-BE49-F238E27FC236}">
              <a16:creationId xmlns:a16="http://schemas.microsoft.com/office/drawing/2014/main" id="{610B1449-1186-E6CC-86BD-B29D6C805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!!3">
            <a:extLst>
              <a:ext uri="{FF2B5EF4-FFF2-40B4-BE49-F238E27FC236}">
                <a16:creationId xmlns:a16="http://schemas.microsoft.com/office/drawing/2014/main" id="{650D0341-60E6-7281-4F9D-5C5E9FAC26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12660" y="715539"/>
            <a:ext cx="3946500" cy="18213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1113" name="!!1">
            <a:extLst>
              <a:ext uri="{FF2B5EF4-FFF2-40B4-BE49-F238E27FC236}">
                <a16:creationId xmlns:a16="http://schemas.microsoft.com/office/drawing/2014/main" id="{D247B236-22BE-DA9E-127D-B29599528AC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005972" y="2275964"/>
            <a:ext cx="5452938" cy="114705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SIMPLE STATISTICS</a:t>
            </a:r>
            <a:br>
              <a:rPr lang="en" dirty="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dirty="0">
                <a:latin typeface="Montserrat"/>
                <a:ea typeface="Montserrat"/>
                <a:cs typeface="Montserrat"/>
                <a:sym typeface="Montserrat"/>
              </a:rPr>
              <a:t>ALGORITHM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115" name="!!2">
            <a:extLst>
              <a:ext uri="{FF2B5EF4-FFF2-40B4-BE49-F238E27FC236}">
                <a16:creationId xmlns:a16="http://schemas.microsoft.com/office/drawing/2014/main" id="{66589574-5122-E31D-C3F3-E8D09260F7DB}"/>
              </a:ext>
            </a:extLst>
          </p:cNvPr>
          <p:cNvGrpSpPr/>
          <p:nvPr/>
        </p:nvGrpSpPr>
        <p:grpSpPr>
          <a:xfrm>
            <a:off x="2886682" y="2017430"/>
            <a:ext cx="3478000" cy="297870"/>
            <a:chOff x="4788672" y="2177404"/>
            <a:chExt cx="3478000" cy="192185"/>
          </a:xfrm>
        </p:grpSpPr>
        <p:sp>
          <p:nvSpPr>
            <p:cNvPr id="1116" name="Google Shape;1116;p33">
              <a:extLst>
                <a:ext uri="{FF2B5EF4-FFF2-40B4-BE49-F238E27FC236}">
                  <a16:creationId xmlns:a16="http://schemas.microsoft.com/office/drawing/2014/main" id="{4ABA5C90-BB1E-B58E-FA52-28E8DF0414E1}"/>
                </a:ext>
              </a:extLst>
            </p:cNvPr>
            <p:cNvSpPr/>
            <p:nvPr/>
          </p:nvSpPr>
          <p:spPr>
            <a:xfrm rot="-2700000" flipH="1">
              <a:off x="7250940" y="2205609"/>
              <a:ext cx="136016" cy="135774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17" name="Google Shape;1117;p33">
              <a:extLst>
                <a:ext uri="{FF2B5EF4-FFF2-40B4-BE49-F238E27FC236}">
                  <a16:creationId xmlns:a16="http://schemas.microsoft.com/office/drawing/2014/main" id="{6BE1C53D-6FB4-6B17-33D7-19F9131536E8}"/>
                </a:ext>
              </a:extLst>
            </p:cNvPr>
            <p:cNvCxnSpPr>
              <a:stCxn id="1118" idx="6"/>
              <a:endCxn id="1119" idx="2"/>
            </p:cNvCxnSpPr>
            <p:nvPr/>
          </p:nvCxnSpPr>
          <p:spPr>
            <a:xfrm rot="10800000">
              <a:off x="4845772" y="2272517"/>
              <a:ext cx="33639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19" name="Google Shape;1119;p33">
              <a:extLst>
                <a:ext uri="{FF2B5EF4-FFF2-40B4-BE49-F238E27FC236}">
                  <a16:creationId xmlns:a16="http://schemas.microsoft.com/office/drawing/2014/main" id="{5F6E1AE2-8CDA-1D9B-4AFE-488BC42A3FA3}"/>
                </a:ext>
              </a:extLst>
            </p:cNvPr>
            <p:cNvSpPr/>
            <p:nvPr/>
          </p:nvSpPr>
          <p:spPr>
            <a:xfrm flipH="1">
              <a:off x="4788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3">
              <a:extLst>
                <a:ext uri="{FF2B5EF4-FFF2-40B4-BE49-F238E27FC236}">
                  <a16:creationId xmlns:a16="http://schemas.microsoft.com/office/drawing/2014/main" id="{73580F31-08EE-1876-0272-778758474A7A}"/>
                </a:ext>
              </a:extLst>
            </p:cNvPr>
            <p:cNvSpPr/>
            <p:nvPr/>
          </p:nvSpPr>
          <p:spPr>
            <a:xfrm flipH="1">
              <a:off x="8209672" y="22440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33">
            <a:extLst>
              <a:ext uri="{FF2B5EF4-FFF2-40B4-BE49-F238E27FC236}">
                <a16:creationId xmlns:a16="http://schemas.microsoft.com/office/drawing/2014/main" id="{61DA6151-1E06-E0B5-DD84-0821FEA135CC}"/>
              </a:ext>
            </a:extLst>
          </p:cNvPr>
          <p:cNvGrpSpPr/>
          <p:nvPr/>
        </p:nvGrpSpPr>
        <p:grpSpPr>
          <a:xfrm flipH="1">
            <a:off x="7834772" y="2544125"/>
            <a:ext cx="1929500" cy="2210100"/>
            <a:chOff x="295725" y="-3462825"/>
            <a:chExt cx="1929500" cy="2210100"/>
          </a:xfrm>
        </p:grpSpPr>
        <p:sp>
          <p:nvSpPr>
            <p:cNvPr id="1121" name="Google Shape;1121;p33">
              <a:extLst>
                <a:ext uri="{FF2B5EF4-FFF2-40B4-BE49-F238E27FC236}">
                  <a16:creationId xmlns:a16="http://schemas.microsoft.com/office/drawing/2014/main" id="{2114EA9A-C4A5-5B9E-C2A2-E43830C23C58}"/>
                </a:ext>
              </a:extLst>
            </p:cNvPr>
            <p:cNvSpPr/>
            <p:nvPr/>
          </p:nvSpPr>
          <p:spPr>
            <a:xfrm>
              <a:off x="1089425" y="-3462825"/>
              <a:ext cx="700025" cy="959400"/>
            </a:xfrm>
            <a:custGeom>
              <a:avLst/>
              <a:gdLst/>
              <a:ahLst/>
              <a:cxnLst/>
              <a:rect l="l" t="t" r="r" b="b"/>
              <a:pathLst>
                <a:path w="28001" h="38376" extrusionOk="0">
                  <a:moveTo>
                    <a:pt x="27849" y="1"/>
                  </a:moveTo>
                  <a:cubicBezTo>
                    <a:pt x="27816" y="1"/>
                    <a:pt x="27782" y="15"/>
                    <a:pt x="27755" y="43"/>
                  </a:cubicBezTo>
                  <a:lnTo>
                    <a:pt x="10736" y="17061"/>
                  </a:lnTo>
                  <a:cubicBezTo>
                    <a:pt x="10703" y="17083"/>
                    <a:pt x="10692" y="17117"/>
                    <a:pt x="10692" y="17161"/>
                  </a:cubicBezTo>
                  <a:lnTo>
                    <a:pt x="10692" y="27495"/>
                  </a:lnTo>
                  <a:lnTo>
                    <a:pt x="57" y="38130"/>
                  </a:lnTo>
                  <a:cubicBezTo>
                    <a:pt x="1" y="38186"/>
                    <a:pt x="1" y="38275"/>
                    <a:pt x="57" y="38331"/>
                  </a:cubicBezTo>
                  <a:cubicBezTo>
                    <a:pt x="79" y="38353"/>
                    <a:pt x="124" y="38375"/>
                    <a:pt x="157" y="38375"/>
                  </a:cubicBezTo>
                  <a:cubicBezTo>
                    <a:pt x="191" y="38375"/>
                    <a:pt x="235" y="38353"/>
                    <a:pt x="258" y="38331"/>
                  </a:cubicBezTo>
                  <a:lnTo>
                    <a:pt x="10937" y="27651"/>
                  </a:lnTo>
                  <a:cubicBezTo>
                    <a:pt x="10960" y="27629"/>
                    <a:pt x="10971" y="27595"/>
                    <a:pt x="10971" y="27551"/>
                  </a:cubicBezTo>
                  <a:lnTo>
                    <a:pt x="10971" y="17206"/>
                  </a:lnTo>
                  <a:lnTo>
                    <a:pt x="27944" y="232"/>
                  </a:lnTo>
                  <a:cubicBezTo>
                    <a:pt x="28000" y="188"/>
                    <a:pt x="28000" y="98"/>
                    <a:pt x="27944" y="43"/>
                  </a:cubicBezTo>
                  <a:cubicBezTo>
                    <a:pt x="27916" y="15"/>
                    <a:pt x="27883" y="1"/>
                    <a:pt x="278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3">
              <a:extLst>
                <a:ext uri="{FF2B5EF4-FFF2-40B4-BE49-F238E27FC236}">
                  <a16:creationId xmlns:a16="http://schemas.microsoft.com/office/drawing/2014/main" id="{7C55626A-6C15-C853-8498-DAA5F9985059}"/>
                </a:ext>
              </a:extLst>
            </p:cNvPr>
            <p:cNvSpPr/>
            <p:nvPr/>
          </p:nvSpPr>
          <p:spPr>
            <a:xfrm>
              <a:off x="1064875" y="-2535525"/>
              <a:ext cx="56950" cy="56925"/>
            </a:xfrm>
            <a:custGeom>
              <a:avLst/>
              <a:gdLst/>
              <a:ahLst/>
              <a:cxnLst/>
              <a:rect l="l" t="t" r="r" b="b"/>
              <a:pathLst>
                <a:path w="2278" h="2277" extrusionOk="0">
                  <a:moveTo>
                    <a:pt x="1139" y="0"/>
                  </a:moveTo>
                  <a:cubicBezTo>
                    <a:pt x="514" y="0"/>
                    <a:pt x="1" y="513"/>
                    <a:pt x="1" y="1138"/>
                  </a:cubicBezTo>
                  <a:cubicBezTo>
                    <a:pt x="1" y="1763"/>
                    <a:pt x="514" y="2277"/>
                    <a:pt x="1139" y="2277"/>
                  </a:cubicBezTo>
                  <a:cubicBezTo>
                    <a:pt x="1764" y="2277"/>
                    <a:pt x="2277" y="1763"/>
                    <a:pt x="2277" y="1138"/>
                  </a:cubicBezTo>
                  <a:cubicBezTo>
                    <a:pt x="2277" y="513"/>
                    <a:pt x="1764" y="0"/>
                    <a:pt x="11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3">
              <a:extLst>
                <a:ext uri="{FF2B5EF4-FFF2-40B4-BE49-F238E27FC236}">
                  <a16:creationId xmlns:a16="http://schemas.microsoft.com/office/drawing/2014/main" id="{79FC5BDE-2180-DEEE-03BA-1F7BC5EA2AA2}"/>
                </a:ext>
              </a:extLst>
            </p:cNvPr>
            <p:cNvSpPr/>
            <p:nvPr/>
          </p:nvSpPr>
          <p:spPr>
            <a:xfrm>
              <a:off x="1212200" y="-2944175"/>
              <a:ext cx="869900" cy="1026350"/>
            </a:xfrm>
            <a:custGeom>
              <a:avLst/>
              <a:gdLst/>
              <a:ahLst/>
              <a:cxnLst/>
              <a:rect l="l" t="t" r="r" b="b"/>
              <a:pathLst>
                <a:path w="34796" h="41054" extrusionOk="0">
                  <a:moveTo>
                    <a:pt x="34639" y="0"/>
                  </a:moveTo>
                  <a:cubicBezTo>
                    <a:pt x="34603" y="0"/>
                    <a:pt x="34567" y="14"/>
                    <a:pt x="34539" y="42"/>
                  </a:cubicBezTo>
                  <a:lnTo>
                    <a:pt x="6026" y="28555"/>
                  </a:lnTo>
                  <a:cubicBezTo>
                    <a:pt x="6004" y="28577"/>
                    <a:pt x="5993" y="28610"/>
                    <a:pt x="5993" y="28655"/>
                  </a:cubicBezTo>
                  <a:lnTo>
                    <a:pt x="5993" y="34915"/>
                  </a:lnTo>
                  <a:lnTo>
                    <a:pt x="89" y="40808"/>
                  </a:lnTo>
                  <a:cubicBezTo>
                    <a:pt x="0" y="40897"/>
                    <a:pt x="56" y="41042"/>
                    <a:pt x="190" y="41053"/>
                  </a:cubicBezTo>
                  <a:cubicBezTo>
                    <a:pt x="223" y="41053"/>
                    <a:pt x="257" y="41042"/>
                    <a:pt x="290" y="41008"/>
                  </a:cubicBezTo>
                  <a:lnTo>
                    <a:pt x="6227" y="35072"/>
                  </a:lnTo>
                  <a:cubicBezTo>
                    <a:pt x="6249" y="35049"/>
                    <a:pt x="6272" y="35016"/>
                    <a:pt x="6272" y="34971"/>
                  </a:cubicBezTo>
                  <a:lnTo>
                    <a:pt x="6272" y="28711"/>
                  </a:lnTo>
                  <a:lnTo>
                    <a:pt x="34740" y="232"/>
                  </a:lnTo>
                  <a:cubicBezTo>
                    <a:pt x="34795" y="176"/>
                    <a:pt x="34795" y="87"/>
                    <a:pt x="34740" y="42"/>
                  </a:cubicBezTo>
                  <a:cubicBezTo>
                    <a:pt x="34712" y="14"/>
                    <a:pt x="34675" y="0"/>
                    <a:pt x="346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3">
              <a:extLst>
                <a:ext uri="{FF2B5EF4-FFF2-40B4-BE49-F238E27FC236}">
                  <a16:creationId xmlns:a16="http://schemas.microsoft.com/office/drawing/2014/main" id="{6EE57C1F-E693-766B-3368-E810770BA420}"/>
                </a:ext>
              </a:extLst>
            </p:cNvPr>
            <p:cNvSpPr/>
            <p:nvPr/>
          </p:nvSpPr>
          <p:spPr>
            <a:xfrm>
              <a:off x="1577675" y="-2592175"/>
              <a:ext cx="155125" cy="154875"/>
            </a:xfrm>
            <a:custGeom>
              <a:avLst/>
              <a:gdLst/>
              <a:ahLst/>
              <a:cxnLst/>
              <a:rect l="l" t="t" r="r" b="b"/>
              <a:pathLst>
                <a:path w="6205" h="6195" extrusionOk="0">
                  <a:moveTo>
                    <a:pt x="6160" y="1"/>
                  </a:moveTo>
                  <a:lnTo>
                    <a:pt x="0" y="6150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3">
              <a:extLst>
                <a:ext uri="{FF2B5EF4-FFF2-40B4-BE49-F238E27FC236}">
                  <a16:creationId xmlns:a16="http://schemas.microsoft.com/office/drawing/2014/main" id="{EC013BEA-22DE-32BF-4EEF-2BB584CDB2D6}"/>
                </a:ext>
              </a:extLst>
            </p:cNvPr>
            <p:cNvSpPr/>
            <p:nvPr/>
          </p:nvSpPr>
          <p:spPr>
            <a:xfrm>
              <a:off x="1188475" y="-1949950"/>
              <a:ext cx="56950" cy="56950"/>
            </a:xfrm>
            <a:custGeom>
              <a:avLst/>
              <a:gdLst/>
              <a:ahLst/>
              <a:cxnLst/>
              <a:rect l="l" t="t" r="r" b="b"/>
              <a:pathLst>
                <a:path w="2278" h="2278" extrusionOk="0">
                  <a:moveTo>
                    <a:pt x="1139" y="1"/>
                  </a:moveTo>
                  <a:cubicBezTo>
                    <a:pt x="503" y="1"/>
                    <a:pt x="1" y="514"/>
                    <a:pt x="1" y="1139"/>
                  </a:cubicBezTo>
                  <a:cubicBezTo>
                    <a:pt x="1" y="1775"/>
                    <a:pt x="503" y="2277"/>
                    <a:pt x="1139" y="2277"/>
                  </a:cubicBezTo>
                  <a:cubicBezTo>
                    <a:pt x="1764" y="2277"/>
                    <a:pt x="2277" y="1775"/>
                    <a:pt x="2277" y="1139"/>
                  </a:cubicBezTo>
                  <a:cubicBezTo>
                    <a:pt x="2277" y="514"/>
                    <a:pt x="1764" y="1"/>
                    <a:pt x="113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3">
              <a:extLst>
                <a:ext uri="{FF2B5EF4-FFF2-40B4-BE49-F238E27FC236}">
                  <a16:creationId xmlns:a16="http://schemas.microsoft.com/office/drawing/2014/main" id="{1DE27718-A723-88A5-AFC4-213984A904F1}"/>
                </a:ext>
              </a:extLst>
            </p:cNvPr>
            <p:cNvSpPr/>
            <p:nvPr/>
          </p:nvSpPr>
          <p:spPr>
            <a:xfrm>
              <a:off x="2043025" y="-3122375"/>
              <a:ext cx="38525" cy="38650"/>
            </a:xfrm>
            <a:custGeom>
              <a:avLst/>
              <a:gdLst/>
              <a:ahLst/>
              <a:cxnLst/>
              <a:rect l="l" t="t" r="r" b="b"/>
              <a:pathLst>
                <a:path w="1541" h="1546" extrusionOk="0">
                  <a:moveTo>
                    <a:pt x="768" y="1"/>
                  </a:moveTo>
                  <a:cubicBezTo>
                    <a:pt x="525" y="1"/>
                    <a:pt x="283" y="117"/>
                    <a:pt x="134" y="340"/>
                  </a:cubicBezTo>
                  <a:cubicBezTo>
                    <a:pt x="100" y="385"/>
                    <a:pt x="78" y="441"/>
                    <a:pt x="56" y="486"/>
                  </a:cubicBezTo>
                  <a:cubicBezTo>
                    <a:pt x="45" y="530"/>
                    <a:pt x="22" y="575"/>
                    <a:pt x="11" y="619"/>
                  </a:cubicBezTo>
                  <a:cubicBezTo>
                    <a:pt x="11" y="675"/>
                    <a:pt x="0" y="720"/>
                    <a:pt x="0" y="776"/>
                  </a:cubicBezTo>
                  <a:cubicBezTo>
                    <a:pt x="0" y="1200"/>
                    <a:pt x="346" y="1546"/>
                    <a:pt x="770" y="1546"/>
                  </a:cubicBezTo>
                  <a:cubicBezTo>
                    <a:pt x="1194" y="1546"/>
                    <a:pt x="1540" y="1200"/>
                    <a:pt x="1540" y="776"/>
                  </a:cubicBezTo>
                  <a:cubicBezTo>
                    <a:pt x="1540" y="720"/>
                    <a:pt x="1529" y="675"/>
                    <a:pt x="1518" y="619"/>
                  </a:cubicBezTo>
                  <a:cubicBezTo>
                    <a:pt x="1507" y="575"/>
                    <a:pt x="1495" y="530"/>
                    <a:pt x="1473" y="486"/>
                  </a:cubicBezTo>
                  <a:cubicBezTo>
                    <a:pt x="1462" y="441"/>
                    <a:pt x="1440" y="385"/>
                    <a:pt x="1406" y="340"/>
                  </a:cubicBezTo>
                  <a:cubicBezTo>
                    <a:pt x="1384" y="307"/>
                    <a:pt x="1350" y="262"/>
                    <a:pt x="1306" y="229"/>
                  </a:cubicBezTo>
                  <a:cubicBezTo>
                    <a:pt x="1157" y="75"/>
                    <a:pt x="962" y="1"/>
                    <a:pt x="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3">
              <a:extLst>
                <a:ext uri="{FF2B5EF4-FFF2-40B4-BE49-F238E27FC236}">
                  <a16:creationId xmlns:a16="http://schemas.microsoft.com/office/drawing/2014/main" id="{4299AB61-D8F6-2860-30FA-543D626F554F}"/>
                </a:ext>
              </a:extLst>
            </p:cNvPr>
            <p:cNvSpPr/>
            <p:nvPr/>
          </p:nvSpPr>
          <p:spPr>
            <a:xfrm>
              <a:off x="1472200" y="-3028150"/>
              <a:ext cx="522225" cy="509375"/>
            </a:xfrm>
            <a:custGeom>
              <a:avLst/>
              <a:gdLst/>
              <a:ahLst/>
              <a:cxnLst/>
              <a:rect l="l" t="t" r="r" b="b"/>
              <a:pathLst>
                <a:path w="20889" h="20375" extrusionOk="0">
                  <a:moveTo>
                    <a:pt x="19848" y="0"/>
                  </a:moveTo>
                  <a:cubicBezTo>
                    <a:pt x="19750" y="0"/>
                    <a:pt x="19647" y="20"/>
                    <a:pt x="19541" y="64"/>
                  </a:cubicBezTo>
                  <a:cubicBezTo>
                    <a:pt x="18760" y="388"/>
                    <a:pt x="18994" y="1537"/>
                    <a:pt x="19842" y="1537"/>
                  </a:cubicBezTo>
                  <a:cubicBezTo>
                    <a:pt x="20043" y="1537"/>
                    <a:pt x="20233" y="1459"/>
                    <a:pt x="20378" y="1314"/>
                  </a:cubicBezTo>
                  <a:cubicBezTo>
                    <a:pt x="20888" y="794"/>
                    <a:pt x="20468" y="0"/>
                    <a:pt x="19848" y="0"/>
                  </a:cubicBezTo>
                  <a:close/>
                  <a:moveTo>
                    <a:pt x="16078" y="3761"/>
                  </a:moveTo>
                  <a:cubicBezTo>
                    <a:pt x="15972" y="3761"/>
                    <a:pt x="15860" y="3784"/>
                    <a:pt x="15747" y="3836"/>
                  </a:cubicBezTo>
                  <a:cubicBezTo>
                    <a:pt x="14999" y="4182"/>
                    <a:pt x="15245" y="5309"/>
                    <a:pt x="16070" y="5309"/>
                  </a:cubicBezTo>
                  <a:cubicBezTo>
                    <a:pt x="16294" y="5309"/>
                    <a:pt x="16506" y="5209"/>
                    <a:pt x="16651" y="5030"/>
                  </a:cubicBezTo>
                  <a:cubicBezTo>
                    <a:pt x="17105" y="4500"/>
                    <a:pt x="16676" y="3761"/>
                    <a:pt x="16078" y="3761"/>
                  </a:cubicBezTo>
                  <a:close/>
                  <a:moveTo>
                    <a:pt x="12319" y="7533"/>
                  </a:moveTo>
                  <a:cubicBezTo>
                    <a:pt x="12220" y="7533"/>
                    <a:pt x="12115" y="7553"/>
                    <a:pt x="12008" y="7597"/>
                  </a:cubicBezTo>
                  <a:cubicBezTo>
                    <a:pt x="11238" y="7921"/>
                    <a:pt x="11462" y="9070"/>
                    <a:pt x="12310" y="9070"/>
                  </a:cubicBezTo>
                  <a:cubicBezTo>
                    <a:pt x="12511" y="9070"/>
                    <a:pt x="12700" y="8992"/>
                    <a:pt x="12845" y="8847"/>
                  </a:cubicBezTo>
                  <a:cubicBezTo>
                    <a:pt x="13356" y="8327"/>
                    <a:pt x="12944" y="7533"/>
                    <a:pt x="12319" y="7533"/>
                  </a:cubicBezTo>
                  <a:close/>
                  <a:moveTo>
                    <a:pt x="8545" y="11293"/>
                  </a:moveTo>
                  <a:cubicBezTo>
                    <a:pt x="8439" y="11293"/>
                    <a:pt x="8327" y="11317"/>
                    <a:pt x="8214" y="11369"/>
                  </a:cubicBezTo>
                  <a:cubicBezTo>
                    <a:pt x="7466" y="11715"/>
                    <a:pt x="7712" y="12842"/>
                    <a:pt x="8538" y="12842"/>
                  </a:cubicBezTo>
                  <a:cubicBezTo>
                    <a:pt x="8761" y="12842"/>
                    <a:pt x="8973" y="12742"/>
                    <a:pt x="9118" y="12563"/>
                  </a:cubicBezTo>
                  <a:cubicBezTo>
                    <a:pt x="9573" y="12033"/>
                    <a:pt x="9143" y="11293"/>
                    <a:pt x="8545" y="11293"/>
                  </a:cubicBezTo>
                  <a:close/>
                  <a:moveTo>
                    <a:pt x="4784" y="15066"/>
                  </a:moveTo>
                  <a:cubicBezTo>
                    <a:pt x="4686" y="15066"/>
                    <a:pt x="4582" y="15086"/>
                    <a:pt x="4476" y="15130"/>
                  </a:cubicBezTo>
                  <a:cubicBezTo>
                    <a:pt x="3706" y="15442"/>
                    <a:pt x="3929" y="16603"/>
                    <a:pt x="4777" y="16603"/>
                  </a:cubicBezTo>
                  <a:cubicBezTo>
                    <a:pt x="4978" y="16603"/>
                    <a:pt x="5168" y="16525"/>
                    <a:pt x="5313" y="16380"/>
                  </a:cubicBezTo>
                  <a:cubicBezTo>
                    <a:pt x="5824" y="15868"/>
                    <a:pt x="5410" y="15066"/>
                    <a:pt x="4784" y="15066"/>
                  </a:cubicBezTo>
                  <a:close/>
                  <a:moveTo>
                    <a:pt x="991" y="18820"/>
                  </a:moveTo>
                  <a:cubicBezTo>
                    <a:pt x="795" y="18820"/>
                    <a:pt x="593" y="18903"/>
                    <a:pt x="425" y="19102"/>
                  </a:cubicBezTo>
                  <a:cubicBezTo>
                    <a:pt x="1" y="19605"/>
                    <a:pt x="347" y="20363"/>
                    <a:pt x="1005" y="20375"/>
                  </a:cubicBezTo>
                  <a:cubicBezTo>
                    <a:pt x="1228" y="20375"/>
                    <a:pt x="1440" y="20274"/>
                    <a:pt x="1585" y="20096"/>
                  </a:cubicBezTo>
                  <a:cubicBezTo>
                    <a:pt x="2084" y="19523"/>
                    <a:pt x="1562" y="18820"/>
                    <a:pt x="991" y="188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3">
              <a:extLst>
                <a:ext uri="{FF2B5EF4-FFF2-40B4-BE49-F238E27FC236}">
                  <a16:creationId xmlns:a16="http://schemas.microsoft.com/office/drawing/2014/main" id="{96243CA9-F4FC-090A-FBED-DD223E7C8358}"/>
                </a:ext>
              </a:extLst>
            </p:cNvPr>
            <p:cNvSpPr/>
            <p:nvPr/>
          </p:nvSpPr>
          <p:spPr>
            <a:xfrm>
              <a:off x="1384050" y="-2463000"/>
              <a:ext cx="38250" cy="38250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0" y="1"/>
                  </a:moveTo>
                  <a:cubicBezTo>
                    <a:pt x="346" y="1"/>
                    <a:pt x="0" y="335"/>
                    <a:pt x="0" y="759"/>
                  </a:cubicBezTo>
                  <a:cubicBezTo>
                    <a:pt x="0" y="1183"/>
                    <a:pt x="346" y="1529"/>
                    <a:pt x="770" y="1529"/>
                  </a:cubicBezTo>
                  <a:cubicBezTo>
                    <a:pt x="971" y="1529"/>
                    <a:pt x="1161" y="1451"/>
                    <a:pt x="1306" y="1306"/>
                  </a:cubicBezTo>
                  <a:cubicBezTo>
                    <a:pt x="1339" y="1273"/>
                    <a:pt x="1373" y="1228"/>
                    <a:pt x="1406" y="1195"/>
                  </a:cubicBezTo>
                  <a:cubicBezTo>
                    <a:pt x="1429" y="1150"/>
                    <a:pt x="1451" y="1094"/>
                    <a:pt x="1473" y="1050"/>
                  </a:cubicBezTo>
                  <a:cubicBezTo>
                    <a:pt x="1496" y="1005"/>
                    <a:pt x="1507" y="960"/>
                    <a:pt x="1518" y="916"/>
                  </a:cubicBezTo>
                  <a:cubicBezTo>
                    <a:pt x="1529" y="860"/>
                    <a:pt x="1529" y="815"/>
                    <a:pt x="1529" y="759"/>
                  </a:cubicBezTo>
                  <a:cubicBezTo>
                    <a:pt x="1529" y="335"/>
                    <a:pt x="1183" y="1"/>
                    <a:pt x="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3">
              <a:extLst>
                <a:ext uri="{FF2B5EF4-FFF2-40B4-BE49-F238E27FC236}">
                  <a16:creationId xmlns:a16="http://schemas.microsoft.com/office/drawing/2014/main" id="{B9036AFA-ACA8-04C3-8F1A-F209EEC20B3A}"/>
                </a:ext>
              </a:extLst>
            </p:cNvPr>
            <p:cNvSpPr/>
            <p:nvPr/>
          </p:nvSpPr>
          <p:spPr>
            <a:xfrm>
              <a:off x="1108400" y="-3240375"/>
              <a:ext cx="38250" cy="38650"/>
            </a:xfrm>
            <a:custGeom>
              <a:avLst/>
              <a:gdLst/>
              <a:ahLst/>
              <a:cxnLst/>
              <a:rect l="l" t="t" r="r" b="b"/>
              <a:pathLst>
                <a:path w="1530" h="1546" extrusionOk="0">
                  <a:moveTo>
                    <a:pt x="763" y="0"/>
                  </a:moveTo>
                  <a:cubicBezTo>
                    <a:pt x="568" y="0"/>
                    <a:pt x="373" y="75"/>
                    <a:pt x="224" y="228"/>
                  </a:cubicBezTo>
                  <a:cubicBezTo>
                    <a:pt x="190" y="262"/>
                    <a:pt x="157" y="295"/>
                    <a:pt x="123" y="340"/>
                  </a:cubicBezTo>
                  <a:cubicBezTo>
                    <a:pt x="101" y="385"/>
                    <a:pt x="79" y="429"/>
                    <a:pt x="57" y="485"/>
                  </a:cubicBezTo>
                  <a:cubicBezTo>
                    <a:pt x="34" y="530"/>
                    <a:pt x="23" y="574"/>
                    <a:pt x="12" y="619"/>
                  </a:cubicBezTo>
                  <a:cubicBezTo>
                    <a:pt x="1" y="664"/>
                    <a:pt x="1" y="719"/>
                    <a:pt x="1" y="775"/>
                  </a:cubicBezTo>
                  <a:cubicBezTo>
                    <a:pt x="1" y="820"/>
                    <a:pt x="1" y="865"/>
                    <a:pt x="12" y="920"/>
                  </a:cubicBezTo>
                  <a:cubicBezTo>
                    <a:pt x="23" y="965"/>
                    <a:pt x="34" y="1010"/>
                    <a:pt x="57" y="1054"/>
                  </a:cubicBezTo>
                  <a:cubicBezTo>
                    <a:pt x="79" y="1110"/>
                    <a:pt x="101" y="1155"/>
                    <a:pt x="123" y="1199"/>
                  </a:cubicBezTo>
                  <a:cubicBezTo>
                    <a:pt x="269" y="1411"/>
                    <a:pt x="503" y="1534"/>
                    <a:pt x="760" y="1545"/>
                  </a:cubicBezTo>
                  <a:cubicBezTo>
                    <a:pt x="972" y="1534"/>
                    <a:pt x="1161" y="1456"/>
                    <a:pt x="1306" y="1311"/>
                  </a:cubicBezTo>
                  <a:cubicBezTo>
                    <a:pt x="1340" y="1277"/>
                    <a:pt x="1373" y="1244"/>
                    <a:pt x="1407" y="1199"/>
                  </a:cubicBezTo>
                  <a:cubicBezTo>
                    <a:pt x="1429" y="1155"/>
                    <a:pt x="1451" y="1110"/>
                    <a:pt x="1474" y="1054"/>
                  </a:cubicBezTo>
                  <a:cubicBezTo>
                    <a:pt x="1496" y="1010"/>
                    <a:pt x="1507" y="965"/>
                    <a:pt x="1518" y="920"/>
                  </a:cubicBezTo>
                  <a:cubicBezTo>
                    <a:pt x="1530" y="865"/>
                    <a:pt x="1530" y="820"/>
                    <a:pt x="1530" y="775"/>
                  </a:cubicBezTo>
                  <a:cubicBezTo>
                    <a:pt x="1530" y="719"/>
                    <a:pt x="1530" y="664"/>
                    <a:pt x="1518" y="619"/>
                  </a:cubicBezTo>
                  <a:cubicBezTo>
                    <a:pt x="1507" y="574"/>
                    <a:pt x="1496" y="530"/>
                    <a:pt x="1474" y="485"/>
                  </a:cubicBezTo>
                  <a:cubicBezTo>
                    <a:pt x="1451" y="429"/>
                    <a:pt x="1429" y="385"/>
                    <a:pt x="1407" y="340"/>
                  </a:cubicBezTo>
                  <a:cubicBezTo>
                    <a:pt x="1252" y="117"/>
                    <a:pt x="1007" y="0"/>
                    <a:pt x="7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3">
              <a:extLst>
                <a:ext uri="{FF2B5EF4-FFF2-40B4-BE49-F238E27FC236}">
                  <a16:creationId xmlns:a16="http://schemas.microsoft.com/office/drawing/2014/main" id="{9545F489-EAB3-77CF-AD42-3E1F77B53028}"/>
                </a:ext>
              </a:extLst>
            </p:cNvPr>
            <p:cNvSpPr/>
            <p:nvPr/>
          </p:nvSpPr>
          <p:spPr>
            <a:xfrm>
              <a:off x="537050" y="-3146175"/>
              <a:ext cx="522775" cy="509125"/>
            </a:xfrm>
            <a:custGeom>
              <a:avLst/>
              <a:gdLst/>
              <a:ahLst/>
              <a:cxnLst/>
              <a:rect l="l" t="t" r="r" b="b"/>
              <a:pathLst>
                <a:path w="20911" h="20365" extrusionOk="0">
                  <a:moveTo>
                    <a:pt x="19870" y="1"/>
                  </a:moveTo>
                  <a:cubicBezTo>
                    <a:pt x="19772" y="1"/>
                    <a:pt x="19668" y="21"/>
                    <a:pt x="19563" y="65"/>
                  </a:cubicBezTo>
                  <a:cubicBezTo>
                    <a:pt x="18782" y="377"/>
                    <a:pt x="19016" y="1538"/>
                    <a:pt x="19853" y="1538"/>
                  </a:cubicBezTo>
                  <a:cubicBezTo>
                    <a:pt x="20054" y="1538"/>
                    <a:pt x="20255" y="1460"/>
                    <a:pt x="20400" y="1315"/>
                  </a:cubicBezTo>
                  <a:cubicBezTo>
                    <a:pt x="20910" y="795"/>
                    <a:pt x="20490" y="1"/>
                    <a:pt x="19870" y="1"/>
                  </a:cubicBezTo>
                  <a:close/>
                  <a:moveTo>
                    <a:pt x="16100" y="3761"/>
                  </a:moveTo>
                  <a:cubicBezTo>
                    <a:pt x="15993" y="3761"/>
                    <a:pt x="15882" y="3785"/>
                    <a:pt x="15768" y="3837"/>
                  </a:cubicBezTo>
                  <a:cubicBezTo>
                    <a:pt x="15021" y="4183"/>
                    <a:pt x="15266" y="5299"/>
                    <a:pt x="16092" y="5299"/>
                  </a:cubicBezTo>
                  <a:lnTo>
                    <a:pt x="16081" y="5310"/>
                  </a:lnTo>
                  <a:cubicBezTo>
                    <a:pt x="16315" y="5310"/>
                    <a:pt x="16527" y="5209"/>
                    <a:pt x="16672" y="5031"/>
                  </a:cubicBezTo>
                  <a:cubicBezTo>
                    <a:pt x="17127" y="4500"/>
                    <a:pt x="16697" y="3761"/>
                    <a:pt x="16100" y="3761"/>
                  </a:cubicBezTo>
                  <a:close/>
                  <a:moveTo>
                    <a:pt x="12329" y="7526"/>
                  </a:moveTo>
                  <a:cubicBezTo>
                    <a:pt x="12233" y="7526"/>
                    <a:pt x="12133" y="7545"/>
                    <a:pt x="12030" y="7586"/>
                  </a:cubicBezTo>
                  <a:cubicBezTo>
                    <a:pt x="11249" y="7910"/>
                    <a:pt x="11483" y="9071"/>
                    <a:pt x="12320" y="9071"/>
                  </a:cubicBezTo>
                  <a:cubicBezTo>
                    <a:pt x="12521" y="9071"/>
                    <a:pt x="12722" y="8993"/>
                    <a:pt x="12867" y="8847"/>
                  </a:cubicBezTo>
                  <a:cubicBezTo>
                    <a:pt x="13380" y="8325"/>
                    <a:pt x="12953" y="7526"/>
                    <a:pt x="12329" y="7526"/>
                  </a:cubicBezTo>
                  <a:close/>
                  <a:moveTo>
                    <a:pt x="8567" y="11294"/>
                  </a:moveTo>
                  <a:cubicBezTo>
                    <a:pt x="8461" y="11294"/>
                    <a:pt x="8349" y="11317"/>
                    <a:pt x="8236" y="11369"/>
                  </a:cubicBezTo>
                  <a:cubicBezTo>
                    <a:pt x="7488" y="11715"/>
                    <a:pt x="7734" y="12831"/>
                    <a:pt x="8559" y="12831"/>
                  </a:cubicBezTo>
                  <a:lnTo>
                    <a:pt x="8548" y="12843"/>
                  </a:lnTo>
                  <a:cubicBezTo>
                    <a:pt x="8783" y="12831"/>
                    <a:pt x="8995" y="12742"/>
                    <a:pt x="9140" y="12564"/>
                  </a:cubicBezTo>
                  <a:cubicBezTo>
                    <a:pt x="9594" y="12033"/>
                    <a:pt x="9165" y="11294"/>
                    <a:pt x="8567" y="11294"/>
                  </a:cubicBezTo>
                  <a:close/>
                  <a:moveTo>
                    <a:pt x="4802" y="15066"/>
                  </a:moveTo>
                  <a:cubicBezTo>
                    <a:pt x="4705" y="15066"/>
                    <a:pt x="4602" y="15086"/>
                    <a:pt x="4497" y="15130"/>
                  </a:cubicBezTo>
                  <a:cubicBezTo>
                    <a:pt x="3716" y="15443"/>
                    <a:pt x="3951" y="16603"/>
                    <a:pt x="4788" y="16603"/>
                  </a:cubicBezTo>
                  <a:cubicBezTo>
                    <a:pt x="4988" y="16603"/>
                    <a:pt x="5189" y="16525"/>
                    <a:pt x="5334" y="16380"/>
                  </a:cubicBezTo>
                  <a:cubicBezTo>
                    <a:pt x="5845" y="15869"/>
                    <a:pt x="5423" y="15066"/>
                    <a:pt x="4802" y="15066"/>
                  </a:cubicBezTo>
                  <a:close/>
                  <a:moveTo>
                    <a:pt x="1018" y="18818"/>
                  </a:moveTo>
                  <a:cubicBezTo>
                    <a:pt x="838" y="18818"/>
                    <a:pt x="649" y="18889"/>
                    <a:pt x="480" y="19058"/>
                  </a:cubicBezTo>
                  <a:cubicBezTo>
                    <a:pt x="0" y="19538"/>
                    <a:pt x="335" y="20364"/>
                    <a:pt x="1027" y="20364"/>
                  </a:cubicBezTo>
                  <a:cubicBezTo>
                    <a:pt x="1228" y="20364"/>
                    <a:pt x="1417" y="20286"/>
                    <a:pt x="1562" y="20141"/>
                  </a:cubicBezTo>
                  <a:cubicBezTo>
                    <a:pt x="2119" y="19585"/>
                    <a:pt x="1612" y="18818"/>
                    <a:pt x="1018" y="1881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3">
              <a:extLst>
                <a:ext uri="{FF2B5EF4-FFF2-40B4-BE49-F238E27FC236}">
                  <a16:creationId xmlns:a16="http://schemas.microsoft.com/office/drawing/2014/main" id="{29ADD9C0-F629-1ECA-EB5A-A346DD0E22DD}"/>
                </a:ext>
              </a:extLst>
            </p:cNvPr>
            <p:cNvSpPr/>
            <p:nvPr/>
          </p:nvSpPr>
          <p:spPr>
            <a:xfrm>
              <a:off x="449150" y="-2581150"/>
              <a:ext cx="38250" cy="38375"/>
            </a:xfrm>
            <a:custGeom>
              <a:avLst/>
              <a:gdLst/>
              <a:ahLst/>
              <a:cxnLst/>
              <a:rect l="l" t="t" r="r" b="b"/>
              <a:pathLst>
                <a:path w="1530" h="1535" extrusionOk="0">
                  <a:moveTo>
                    <a:pt x="771" y="0"/>
                  </a:moveTo>
                  <a:cubicBezTo>
                    <a:pt x="721" y="0"/>
                    <a:pt x="670" y="6"/>
                    <a:pt x="626" y="17"/>
                  </a:cubicBezTo>
                  <a:cubicBezTo>
                    <a:pt x="570" y="28"/>
                    <a:pt x="525" y="40"/>
                    <a:pt x="481" y="62"/>
                  </a:cubicBezTo>
                  <a:cubicBezTo>
                    <a:pt x="436" y="73"/>
                    <a:pt x="380" y="107"/>
                    <a:pt x="347" y="129"/>
                  </a:cubicBezTo>
                  <a:cubicBezTo>
                    <a:pt x="302" y="162"/>
                    <a:pt x="258" y="185"/>
                    <a:pt x="224" y="229"/>
                  </a:cubicBezTo>
                  <a:cubicBezTo>
                    <a:pt x="191" y="263"/>
                    <a:pt x="157" y="296"/>
                    <a:pt x="135" y="341"/>
                  </a:cubicBezTo>
                  <a:cubicBezTo>
                    <a:pt x="101" y="385"/>
                    <a:pt x="79" y="430"/>
                    <a:pt x="57" y="486"/>
                  </a:cubicBezTo>
                  <a:cubicBezTo>
                    <a:pt x="45" y="531"/>
                    <a:pt x="23" y="575"/>
                    <a:pt x="12" y="620"/>
                  </a:cubicBezTo>
                  <a:cubicBezTo>
                    <a:pt x="1" y="664"/>
                    <a:pt x="1" y="720"/>
                    <a:pt x="1" y="776"/>
                  </a:cubicBezTo>
                  <a:cubicBezTo>
                    <a:pt x="1" y="821"/>
                    <a:pt x="1" y="865"/>
                    <a:pt x="12" y="921"/>
                  </a:cubicBezTo>
                  <a:cubicBezTo>
                    <a:pt x="23" y="966"/>
                    <a:pt x="45" y="1010"/>
                    <a:pt x="57" y="1055"/>
                  </a:cubicBezTo>
                  <a:cubicBezTo>
                    <a:pt x="79" y="1100"/>
                    <a:pt x="101" y="1144"/>
                    <a:pt x="135" y="1189"/>
                  </a:cubicBezTo>
                  <a:cubicBezTo>
                    <a:pt x="191" y="1278"/>
                    <a:pt x="258" y="1345"/>
                    <a:pt x="347" y="1401"/>
                  </a:cubicBezTo>
                  <a:cubicBezTo>
                    <a:pt x="380" y="1434"/>
                    <a:pt x="436" y="1457"/>
                    <a:pt x="481" y="1479"/>
                  </a:cubicBezTo>
                  <a:cubicBezTo>
                    <a:pt x="525" y="1490"/>
                    <a:pt x="570" y="1513"/>
                    <a:pt x="626" y="1513"/>
                  </a:cubicBezTo>
                  <a:cubicBezTo>
                    <a:pt x="670" y="1524"/>
                    <a:pt x="715" y="1535"/>
                    <a:pt x="771" y="1535"/>
                  </a:cubicBezTo>
                  <a:cubicBezTo>
                    <a:pt x="815" y="1535"/>
                    <a:pt x="871" y="1524"/>
                    <a:pt x="916" y="1513"/>
                  </a:cubicBezTo>
                  <a:cubicBezTo>
                    <a:pt x="972" y="1513"/>
                    <a:pt x="1016" y="1490"/>
                    <a:pt x="1061" y="1479"/>
                  </a:cubicBezTo>
                  <a:cubicBezTo>
                    <a:pt x="1106" y="1457"/>
                    <a:pt x="1150" y="1434"/>
                    <a:pt x="1195" y="1401"/>
                  </a:cubicBezTo>
                  <a:cubicBezTo>
                    <a:pt x="1273" y="1345"/>
                    <a:pt x="1351" y="1278"/>
                    <a:pt x="1407" y="1189"/>
                  </a:cubicBezTo>
                  <a:cubicBezTo>
                    <a:pt x="1429" y="1144"/>
                    <a:pt x="1452" y="1111"/>
                    <a:pt x="1474" y="1055"/>
                  </a:cubicBezTo>
                  <a:cubicBezTo>
                    <a:pt x="1496" y="1010"/>
                    <a:pt x="1507" y="966"/>
                    <a:pt x="1519" y="921"/>
                  </a:cubicBezTo>
                  <a:cubicBezTo>
                    <a:pt x="1530" y="865"/>
                    <a:pt x="1530" y="821"/>
                    <a:pt x="1530" y="776"/>
                  </a:cubicBezTo>
                  <a:cubicBezTo>
                    <a:pt x="1530" y="720"/>
                    <a:pt x="1530" y="664"/>
                    <a:pt x="1519" y="620"/>
                  </a:cubicBezTo>
                  <a:cubicBezTo>
                    <a:pt x="1507" y="575"/>
                    <a:pt x="1496" y="531"/>
                    <a:pt x="1474" y="486"/>
                  </a:cubicBezTo>
                  <a:cubicBezTo>
                    <a:pt x="1452" y="430"/>
                    <a:pt x="1429" y="385"/>
                    <a:pt x="1407" y="341"/>
                  </a:cubicBezTo>
                  <a:cubicBezTo>
                    <a:pt x="1373" y="296"/>
                    <a:pt x="1340" y="263"/>
                    <a:pt x="1307" y="229"/>
                  </a:cubicBezTo>
                  <a:cubicBezTo>
                    <a:pt x="1273" y="185"/>
                    <a:pt x="1228" y="162"/>
                    <a:pt x="1195" y="129"/>
                  </a:cubicBezTo>
                  <a:cubicBezTo>
                    <a:pt x="1150" y="107"/>
                    <a:pt x="1106" y="84"/>
                    <a:pt x="1061" y="62"/>
                  </a:cubicBezTo>
                  <a:cubicBezTo>
                    <a:pt x="1016" y="40"/>
                    <a:pt x="972" y="28"/>
                    <a:pt x="916" y="17"/>
                  </a:cubicBezTo>
                  <a:cubicBezTo>
                    <a:pt x="871" y="6"/>
                    <a:pt x="821" y="0"/>
                    <a:pt x="7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3">
              <a:extLst>
                <a:ext uri="{FF2B5EF4-FFF2-40B4-BE49-F238E27FC236}">
                  <a16:creationId xmlns:a16="http://schemas.microsoft.com/office/drawing/2014/main" id="{10356633-78E5-BED7-C0AE-8688E8F1ED0A}"/>
                </a:ext>
              </a:extLst>
            </p:cNvPr>
            <p:cNvSpPr/>
            <p:nvPr/>
          </p:nvSpPr>
          <p:spPr>
            <a:xfrm>
              <a:off x="1636250" y="-2122350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3">
              <a:extLst>
                <a:ext uri="{FF2B5EF4-FFF2-40B4-BE49-F238E27FC236}">
                  <a16:creationId xmlns:a16="http://schemas.microsoft.com/office/drawing/2014/main" id="{C2167F5E-3003-330D-94C9-8C747422E986}"/>
                </a:ext>
              </a:extLst>
            </p:cNvPr>
            <p:cNvSpPr/>
            <p:nvPr/>
          </p:nvSpPr>
          <p:spPr>
            <a:xfrm>
              <a:off x="1711575" y="-2197675"/>
              <a:ext cx="136725" cy="25125"/>
            </a:xfrm>
            <a:custGeom>
              <a:avLst/>
              <a:gdLst/>
              <a:ahLst/>
              <a:cxnLst/>
              <a:rect l="l" t="t" r="r" b="b"/>
              <a:pathLst>
                <a:path w="5469" h="1005" extrusionOk="0">
                  <a:moveTo>
                    <a:pt x="1005" y="0"/>
                  </a:moveTo>
                  <a:lnTo>
                    <a:pt x="1" y="1005"/>
                  </a:lnTo>
                  <a:lnTo>
                    <a:pt x="4464" y="100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3">
              <a:extLst>
                <a:ext uri="{FF2B5EF4-FFF2-40B4-BE49-F238E27FC236}">
                  <a16:creationId xmlns:a16="http://schemas.microsoft.com/office/drawing/2014/main" id="{88AC2C18-B8F4-EE38-8762-78CDA298494B}"/>
                </a:ext>
              </a:extLst>
            </p:cNvPr>
            <p:cNvSpPr/>
            <p:nvPr/>
          </p:nvSpPr>
          <p:spPr>
            <a:xfrm>
              <a:off x="1786900" y="-2273000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64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3">
              <a:extLst>
                <a:ext uri="{FF2B5EF4-FFF2-40B4-BE49-F238E27FC236}">
                  <a16:creationId xmlns:a16="http://schemas.microsoft.com/office/drawing/2014/main" id="{A8E80116-D799-EA7D-D8AD-D003416AF7C0}"/>
                </a:ext>
              </a:extLst>
            </p:cNvPr>
            <p:cNvSpPr/>
            <p:nvPr/>
          </p:nvSpPr>
          <p:spPr>
            <a:xfrm>
              <a:off x="1862225" y="-2348325"/>
              <a:ext cx="137000" cy="25125"/>
            </a:xfrm>
            <a:custGeom>
              <a:avLst/>
              <a:gdLst/>
              <a:ahLst/>
              <a:cxnLst/>
              <a:rect l="l" t="t" r="r" b="b"/>
              <a:pathLst>
                <a:path w="5480" h="1005" extrusionOk="0">
                  <a:moveTo>
                    <a:pt x="1005" y="0"/>
                  </a:moveTo>
                  <a:lnTo>
                    <a:pt x="1" y="1004"/>
                  </a:lnTo>
                  <a:lnTo>
                    <a:pt x="4476" y="1004"/>
                  </a:lnTo>
                  <a:lnTo>
                    <a:pt x="548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3">
              <a:extLst>
                <a:ext uri="{FF2B5EF4-FFF2-40B4-BE49-F238E27FC236}">
                  <a16:creationId xmlns:a16="http://schemas.microsoft.com/office/drawing/2014/main" id="{A6FF3166-0BA8-2AB0-35D8-6F17780BCEDD}"/>
                </a:ext>
              </a:extLst>
            </p:cNvPr>
            <p:cNvSpPr/>
            <p:nvPr/>
          </p:nvSpPr>
          <p:spPr>
            <a:xfrm>
              <a:off x="1937550" y="-2423950"/>
              <a:ext cx="137025" cy="25425"/>
            </a:xfrm>
            <a:custGeom>
              <a:avLst/>
              <a:gdLst/>
              <a:ahLst/>
              <a:cxnLst/>
              <a:rect l="l" t="t" r="r" b="b"/>
              <a:pathLst>
                <a:path w="5481" h="1017" extrusionOk="0">
                  <a:moveTo>
                    <a:pt x="1016" y="1"/>
                  </a:moveTo>
                  <a:lnTo>
                    <a:pt x="1" y="1016"/>
                  </a:lnTo>
                  <a:lnTo>
                    <a:pt x="4476" y="1016"/>
                  </a:lnTo>
                  <a:lnTo>
                    <a:pt x="548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33">
              <a:extLst>
                <a:ext uri="{FF2B5EF4-FFF2-40B4-BE49-F238E27FC236}">
                  <a16:creationId xmlns:a16="http://schemas.microsoft.com/office/drawing/2014/main" id="{FFD21F50-3131-C368-4E5C-7AEC6D424A58}"/>
                </a:ext>
              </a:extLst>
            </p:cNvPr>
            <p:cNvSpPr/>
            <p:nvPr/>
          </p:nvSpPr>
          <p:spPr>
            <a:xfrm>
              <a:off x="2013150" y="-2499275"/>
              <a:ext cx="136750" cy="25150"/>
            </a:xfrm>
            <a:custGeom>
              <a:avLst/>
              <a:gdLst/>
              <a:ahLst/>
              <a:cxnLst/>
              <a:rect l="l" t="t" r="r" b="b"/>
              <a:pathLst>
                <a:path w="5470" h="1006" extrusionOk="0">
                  <a:moveTo>
                    <a:pt x="1005" y="1"/>
                  </a:moveTo>
                  <a:lnTo>
                    <a:pt x="1" y="1005"/>
                  </a:lnTo>
                  <a:lnTo>
                    <a:pt x="4465" y="1005"/>
                  </a:lnTo>
                  <a:lnTo>
                    <a:pt x="546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33">
              <a:extLst>
                <a:ext uri="{FF2B5EF4-FFF2-40B4-BE49-F238E27FC236}">
                  <a16:creationId xmlns:a16="http://schemas.microsoft.com/office/drawing/2014/main" id="{44F8DEE5-5C1B-70BB-DCB5-248E977B5886}"/>
                </a:ext>
              </a:extLst>
            </p:cNvPr>
            <p:cNvSpPr/>
            <p:nvPr/>
          </p:nvSpPr>
          <p:spPr>
            <a:xfrm>
              <a:off x="2088500" y="-2574600"/>
              <a:ext cx="136725" cy="25150"/>
            </a:xfrm>
            <a:custGeom>
              <a:avLst/>
              <a:gdLst/>
              <a:ahLst/>
              <a:cxnLst/>
              <a:rect l="l" t="t" r="r" b="b"/>
              <a:pathLst>
                <a:path w="5469" h="1006" extrusionOk="0">
                  <a:moveTo>
                    <a:pt x="1004" y="1"/>
                  </a:moveTo>
                  <a:lnTo>
                    <a:pt x="0" y="1005"/>
                  </a:lnTo>
                  <a:lnTo>
                    <a:pt x="4464" y="1005"/>
                  </a:lnTo>
                  <a:lnTo>
                    <a:pt x="54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33">
              <a:extLst>
                <a:ext uri="{FF2B5EF4-FFF2-40B4-BE49-F238E27FC236}">
                  <a16:creationId xmlns:a16="http://schemas.microsoft.com/office/drawing/2014/main" id="{1522A39B-76BB-70A9-5E0E-2593CCA7B0D2}"/>
                </a:ext>
              </a:extLst>
            </p:cNvPr>
            <p:cNvSpPr/>
            <p:nvPr/>
          </p:nvSpPr>
          <p:spPr>
            <a:xfrm>
              <a:off x="463950" y="-2710950"/>
              <a:ext cx="548500" cy="546775"/>
            </a:xfrm>
            <a:custGeom>
              <a:avLst/>
              <a:gdLst/>
              <a:ahLst/>
              <a:cxnLst/>
              <a:rect l="l" t="t" r="r" b="b"/>
              <a:pathLst>
                <a:path w="21940" h="21871" extrusionOk="0">
                  <a:moveTo>
                    <a:pt x="21785" y="1"/>
                  </a:moveTo>
                  <a:cubicBezTo>
                    <a:pt x="21750" y="1"/>
                    <a:pt x="21717" y="15"/>
                    <a:pt x="21694" y="42"/>
                  </a:cubicBezTo>
                  <a:lnTo>
                    <a:pt x="90" y="21636"/>
                  </a:lnTo>
                  <a:cubicBezTo>
                    <a:pt x="0" y="21725"/>
                    <a:pt x="67" y="21870"/>
                    <a:pt x="190" y="21870"/>
                  </a:cubicBezTo>
                  <a:cubicBezTo>
                    <a:pt x="223" y="21870"/>
                    <a:pt x="268" y="21859"/>
                    <a:pt x="290" y="21837"/>
                  </a:cubicBezTo>
                  <a:lnTo>
                    <a:pt x="21884" y="232"/>
                  </a:lnTo>
                  <a:cubicBezTo>
                    <a:pt x="21940" y="176"/>
                    <a:pt x="21940" y="87"/>
                    <a:pt x="21884" y="42"/>
                  </a:cubicBezTo>
                  <a:cubicBezTo>
                    <a:pt x="21856" y="15"/>
                    <a:pt x="21820" y="1"/>
                    <a:pt x="217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3">
              <a:extLst>
                <a:ext uri="{FF2B5EF4-FFF2-40B4-BE49-F238E27FC236}">
                  <a16:creationId xmlns:a16="http://schemas.microsoft.com/office/drawing/2014/main" id="{082526F0-E566-1E15-5D68-E667E1AEE037}"/>
                </a:ext>
              </a:extLst>
            </p:cNvPr>
            <p:cNvSpPr/>
            <p:nvPr/>
          </p:nvSpPr>
          <p:spPr>
            <a:xfrm>
              <a:off x="942975" y="-1800075"/>
              <a:ext cx="549225" cy="547350"/>
            </a:xfrm>
            <a:custGeom>
              <a:avLst/>
              <a:gdLst/>
              <a:ahLst/>
              <a:cxnLst/>
              <a:rect l="l" t="t" r="r" b="b"/>
              <a:pathLst>
                <a:path w="21969" h="21894" extrusionOk="0">
                  <a:moveTo>
                    <a:pt x="21761" y="1"/>
                  </a:moveTo>
                  <a:cubicBezTo>
                    <a:pt x="21726" y="1"/>
                    <a:pt x="21690" y="16"/>
                    <a:pt x="21661" y="54"/>
                  </a:cubicBezTo>
                  <a:lnTo>
                    <a:pt x="56" y="21659"/>
                  </a:lnTo>
                  <a:cubicBezTo>
                    <a:pt x="0" y="21704"/>
                    <a:pt x="0" y="21793"/>
                    <a:pt x="56" y="21849"/>
                  </a:cubicBezTo>
                  <a:cubicBezTo>
                    <a:pt x="89" y="21882"/>
                    <a:pt x="123" y="21893"/>
                    <a:pt x="156" y="21893"/>
                  </a:cubicBezTo>
                  <a:cubicBezTo>
                    <a:pt x="190" y="21893"/>
                    <a:pt x="223" y="21882"/>
                    <a:pt x="257" y="21849"/>
                  </a:cubicBezTo>
                  <a:lnTo>
                    <a:pt x="21850" y="255"/>
                  </a:lnTo>
                  <a:cubicBezTo>
                    <a:pt x="21969" y="154"/>
                    <a:pt x="21869" y="1"/>
                    <a:pt x="217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3">
              <a:extLst>
                <a:ext uri="{FF2B5EF4-FFF2-40B4-BE49-F238E27FC236}">
                  <a16:creationId xmlns:a16="http://schemas.microsoft.com/office/drawing/2014/main" id="{FEE24DA9-6E2F-BAE0-82A0-9E0E97ADF248}"/>
                </a:ext>
              </a:extLst>
            </p:cNvPr>
            <p:cNvSpPr/>
            <p:nvPr/>
          </p:nvSpPr>
          <p:spPr>
            <a:xfrm>
              <a:off x="295725" y="-2356925"/>
              <a:ext cx="548500" cy="547050"/>
            </a:xfrm>
            <a:custGeom>
              <a:avLst/>
              <a:gdLst/>
              <a:ahLst/>
              <a:cxnLst/>
              <a:rect l="l" t="t" r="r" b="b"/>
              <a:pathLst>
                <a:path w="21940" h="21882" extrusionOk="0">
                  <a:moveTo>
                    <a:pt x="21795" y="1"/>
                  </a:moveTo>
                  <a:cubicBezTo>
                    <a:pt x="21758" y="1"/>
                    <a:pt x="21722" y="15"/>
                    <a:pt x="21694" y="43"/>
                  </a:cubicBezTo>
                  <a:lnTo>
                    <a:pt x="89" y="21647"/>
                  </a:lnTo>
                  <a:cubicBezTo>
                    <a:pt x="0" y="21726"/>
                    <a:pt x="67" y="21882"/>
                    <a:pt x="190" y="21882"/>
                  </a:cubicBezTo>
                  <a:cubicBezTo>
                    <a:pt x="223" y="21882"/>
                    <a:pt x="268" y="21871"/>
                    <a:pt x="290" y="21837"/>
                  </a:cubicBezTo>
                  <a:lnTo>
                    <a:pt x="21895" y="244"/>
                  </a:lnTo>
                  <a:cubicBezTo>
                    <a:pt x="21940" y="188"/>
                    <a:pt x="21940" y="99"/>
                    <a:pt x="21895" y="43"/>
                  </a:cubicBezTo>
                  <a:cubicBezTo>
                    <a:pt x="21867" y="15"/>
                    <a:pt x="21831" y="1"/>
                    <a:pt x="21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3">
              <a:extLst>
                <a:ext uri="{FF2B5EF4-FFF2-40B4-BE49-F238E27FC236}">
                  <a16:creationId xmlns:a16="http://schemas.microsoft.com/office/drawing/2014/main" id="{BE56179A-D96F-D169-4F0B-0713D7EDB2EB}"/>
                </a:ext>
              </a:extLst>
            </p:cNvPr>
            <p:cNvSpPr/>
            <p:nvPr/>
          </p:nvSpPr>
          <p:spPr>
            <a:xfrm>
              <a:off x="1774900" y="-1975200"/>
              <a:ext cx="248600" cy="239275"/>
            </a:xfrm>
            <a:custGeom>
              <a:avLst/>
              <a:gdLst/>
              <a:ahLst/>
              <a:cxnLst/>
              <a:rect l="l" t="t" r="r" b="b"/>
              <a:pathLst>
                <a:path w="9944" h="9571" extrusionOk="0">
                  <a:moveTo>
                    <a:pt x="5168" y="285"/>
                  </a:moveTo>
                  <a:cubicBezTo>
                    <a:pt x="7656" y="285"/>
                    <a:pt x="9665" y="2294"/>
                    <a:pt x="9665" y="4783"/>
                  </a:cubicBezTo>
                  <a:cubicBezTo>
                    <a:pt x="9665" y="6613"/>
                    <a:pt x="8571" y="8253"/>
                    <a:pt x="6886" y="8945"/>
                  </a:cubicBezTo>
                  <a:cubicBezTo>
                    <a:pt x="6328" y="9178"/>
                    <a:pt x="5742" y="9291"/>
                    <a:pt x="5161" y="9291"/>
                  </a:cubicBezTo>
                  <a:cubicBezTo>
                    <a:pt x="3991" y="9291"/>
                    <a:pt x="2841" y="8832"/>
                    <a:pt x="1976" y="7974"/>
                  </a:cubicBezTo>
                  <a:cubicBezTo>
                    <a:pt x="693" y="6680"/>
                    <a:pt x="302" y="4749"/>
                    <a:pt x="1005" y="3064"/>
                  </a:cubicBezTo>
                  <a:cubicBezTo>
                    <a:pt x="1697" y="1379"/>
                    <a:pt x="3349" y="285"/>
                    <a:pt x="5168" y="285"/>
                  </a:cubicBezTo>
                  <a:close/>
                  <a:moveTo>
                    <a:pt x="5165" y="0"/>
                  </a:moveTo>
                  <a:cubicBezTo>
                    <a:pt x="3920" y="0"/>
                    <a:pt x="2696" y="484"/>
                    <a:pt x="1786" y="1401"/>
                  </a:cubicBezTo>
                  <a:cubicBezTo>
                    <a:pt x="414" y="2774"/>
                    <a:pt x="1" y="4827"/>
                    <a:pt x="748" y="6613"/>
                  </a:cubicBezTo>
                  <a:cubicBezTo>
                    <a:pt x="1485" y="8398"/>
                    <a:pt x="3226" y="9570"/>
                    <a:pt x="5168" y="9570"/>
                  </a:cubicBezTo>
                  <a:cubicBezTo>
                    <a:pt x="7801" y="9559"/>
                    <a:pt x="9944" y="7427"/>
                    <a:pt x="9944" y="4783"/>
                  </a:cubicBezTo>
                  <a:cubicBezTo>
                    <a:pt x="9944" y="2852"/>
                    <a:pt x="8783" y="1111"/>
                    <a:pt x="6998" y="364"/>
                  </a:cubicBezTo>
                  <a:cubicBezTo>
                    <a:pt x="6406" y="119"/>
                    <a:pt x="5783" y="0"/>
                    <a:pt x="5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33">
              <a:extLst>
                <a:ext uri="{FF2B5EF4-FFF2-40B4-BE49-F238E27FC236}">
                  <a16:creationId xmlns:a16="http://schemas.microsoft.com/office/drawing/2014/main" id="{165AF028-9ED3-7DC5-9149-29B7D7C6EEE3}"/>
                </a:ext>
              </a:extLst>
            </p:cNvPr>
            <p:cNvSpPr/>
            <p:nvPr/>
          </p:nvSpPr>
          <p:spPr>
            <a:xfrm>
              <a:off x="1850800" y="-1908650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32" y="0"/>
                  </a:moveTo>
                  <a:cubicBezTo>
                    <a:pt x="960" y="0"/>
                    <a:pt x="0" y="949"/>
                    <a:pt x="0" y="2121"/>
                  </a:cubicBezTo>
                  <a:cubicBezTo>
                    <a:pt x="0" y="3304"/>
                    <a:pt x="960" y="4252"/>
                    <a:pt x="2132" y="4252"/>
                  </a:cubicBezTo>
                  <a:cubicBezTo>
                    <a:pt x="3303" y="4252"/>
                    <a:pt x="4252" y="3304"/>
                    <a:pt x="4252" y="2121"/>
                  </a:cubicBezTo>
                  <a:cubicBezTo>
                    <a:pt x="4252" y="949"/>
                    <a:pt x="3303" y="0"/>
                    <a:pt x="21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33">
              <a:extLst>
                <a:ext uri="{FF2B5EF4-FFF2-40B4-BE49-F238E27FC236}">
                  <a16:creationId xmlns:a16="http://schemas.microsoft.com/office/drawing/2014/main" id="{6C194A76-C1E9-F4E3-6C7A-1E304283A2A1}"/>
                </a:ext>
              </a:extLst>
            </p:cNvPr>
            <p:cNvSpPr/>
            <p:nvPr/>
          </p:nvSpPr>
          <p:spPr>
            <a:xfrm>
              <a:off x="735125" y="-2028925"/>
              <a:ext cx="184150" cy="157950"/>
            </a:xfrm>
            <a:custGeom>
              <a:avLst/>
              <a:gdLst/>
              <a:ahLst/>
              <a:cxnLst/>
              <a:rect l="l" t="t" r="r" b="b"/>
              <a:pathLst>
                <a:path w="7366" h="6318" extrusionOk="0">
                  <a:moveTo>
                    <a:pt x="4219" y="292"/>
                  </a:moveTo>
                  <a:cubicBezTo>
                    <a:pt x="5803" y="292"/>
                    <a:pt x="7087" y="1575"/>
                    <a:pt x="7087" y="3171"/>
                  </a:cubicBezTo>
                  <a:cubicBezTo>
                    <a:pt x="7087" y="4901"/>
                    <a:pt x="5670" y="6048"/>
                    <a:pt x="4191" y="6048"/>
                  </a:cubicBezTo>
                  <a:cubicBezTo>
                    <a:pt x="3485" y="6048"/>
                    <a:pt x="2764" y="5786"/>
                    <a:pt x="2176" y="5202"/>
                  </a:cubicBezTo>
                  <a:cubicBezTo>
                    <a:pt x="369" y="3383"/>
                    <a:pt x="1652" y="292"/>
                    <a:pt x="4219" y="292"/>
                  </a:cubicBezTo>
                  <a:close/>
                  <a:moveTo>
                    <a:pt x="4186" y="1"/>
                  </a:moveTo>
                  <a:cubicBezTo>
                    <a:pt x="3414" y="1"/>
                    <a:pt x="2627" y="287"/>
                    <a:pt x="1987" y="928"/>
                  </a:cubicBezTo>
                  <a:cubicBezTo>
                    <a:pt x="0" y="2925"/>
                    <a:pt x="1406" y="6318"/>
                    <a:pt x="4219" y="6318"/>
                  </a:cubicBezTo>
                  <a:cubicBezTo>
                    <a:pt x="5959" y="6318"/>
                    <a:pt x="7366" y="4912"/>
                    <a:pt x="7366" y="3171"/>
                  </a:cubicBezTo>
                  <a:cubicBezTo>
                    <a:pt x="7366" y="1266"/>
                    <a:pt x="5808" y="1"/>
                    <a:pt x="418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33">
              <a:extLst>
                <a:ext uri="{FF2B5EF4-FFF2-40B4-BE49-F238E27FC236}">
                  <a16:creationId xmlns:a16="http://schemas.microsoft.com/office/drawing/2014/main" id="{B8177C70-B58C-5B5F-D363-60A56FD231E4}"/>
                </a:ext>
              </a:extLst>
            </p:cNvPr>
            <p:cNvSpPr/>
            <p:nvPr/>
          </p:nvSpPr>
          <p:spPr>
            <a:xfrm>
              <a:off x="803475" y="-1984150"/>
              <a:ext cx="74500" cy="69000"/>
            </a:xfrm>
            <a:custGeom>
              <a:avLst/>
              <a:gdLst/>
              <a:ahLst/>
              <a:cxnLst/>
              <a:rect l="l" t="t" r="r" b="b"/>
              <a:pathLst>
                <a:path w="2980" h="2760" extrusionOk="0">
                  <a:moveTo>
                    <a:pt x="1486" y="0"/>
                  </a:moveTo>
                  <a:cubicBezTo>
                    <a:pt x="824" y="0"/>
                    <a:pt x="234" y="484"/>
                    <a:pt x="123" y="1157"/>
                  </a:cubicBezTo>
                  <a:cubicBezTo>
                    <a:pt x="0" y="1916"/>
                    <a:pt x="514" y="2619"/>
                    <a:pt x="1273" y="2741"/>
                  </a:cubicBezTo>
                  <a:cubicBezTo>
                    <a:pt x="1347" y="2754"/>
                    <a:pt x="1421" y="2760"/>
                    <a:pt x="1494" y="2760"/>
                  </a:cubicBezTo>
                  <a:cubicBezTo>
                    <a:pt x="2157" y="2760"/>
                    <a:pt x="2747" y="2276"/>
                    <a:pt x="2857" y="1603"/>
                  </a:cubicBezTo>
                  <a:cubicBezTo>
                    <a:pt x="2980" y="844"/>
                    <a:pt x="2467" y="141"/>
                    <a:pt x="1708" y="18"/>
                  </a:cubicBezTo>
                  <a:cubicBezTo>
                    <a:pt x="1633" y="6"/>
                    <a:pt x="1559" y="0"/>
                    <a:pt x="14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6" name="Google Shape;1146;p33">
            <a:extLst>
              <a:ext uri="{FF2B5EF4-FFF2-40B4-BE49-F238E27FC236}">
                <a16:creationId xmlns:a16="http://schemas.microsoft.com/office/drawing/2014/main" id="{F7D84ACC-1205-8CCB-2A40-637C5FC79CB8}"/>
              </a:ext>
            </a:extLst>
          </p:cNvPr>
          <p:cNvGrpSpPr/>
          <p:nvPr/>
        </p:nvGrpSpPr>
        <p:grpSpPr>
          <a:xfrm>
            <a:off x="1005972" y="2347838"/>
            <a:ext cx="873188" cy="546900"/>
            <a:chOff x="1115510" y="4327288"/>
            <a:chExt cx="873188" cy="546900"/>
          </a:xfrm>
        </p:grpSpPr>
        <p:sp>
          <p:nvSpPr>
            <p:cNvPr id="1147" name="Google Shape;1147;p33">
              <a:extLst>
                <a:ext uri="{FF2B5EF4-FFF2-40B4-BE49-F238E27FC236}">
                  <a16:creationId xmlns:a16="http://schemas.microsoft.com/office/drawing/2014/main" id="{609F773A-1090-8D4C-E42E-5D15DE59D38C}"/>
                </a:ext>
              </a:extLst>
            </p:cNvPr>
            <p:cNvSpPr/>
            <p:nvPr/>
          </p:nvSpPr>
          <p:spPr>
            <a:xfrm flipH="1">
              <a:off x="1115510" y="4327288"/>
              <a:ext cx="549275" cy="546900"/>
            </a:xfrm>
            <a:custGeom>
              <a:avLst/>
              <a:gdLst/>
              <a:ahLst/>
              <a:cxnLst/>
              <a:rect l="l" t="t" r="r" b="b"/>
              <a:pathLst>
                <a:path w="21971" h="21876" extrusionOk="0">
                  <a:moveTo>
                    <a:pt x="21780" y="1"/>
                  </a:moveTo>
                  <a:cubicBezTo>
                    <a:pt x="21751" y="1"/>
                    <a:pt x="21721" y="11"/>
                    <a:pt x="21694" y="36"/>
                  </a:cubicBezTo>
                  <a:lnTo>
                    <a:pt x="89" y="21630"/>
                  </a:lnTo>
                  <a:cubicBezTo>
                    <a:pt x="0" y="21719"/>
                    <a:pt x="67" y="21864"/>
                    <a:pt x="190" y="21875"/>
                  </a:cubicBezTo>
                  <a:cubicBezTo>
                    <a:pt x="223" y="21864"/>
                    <a:pt x="268" y="21853"/>
                    <a:pt x="290" y="21830"/>
                  </a:cubicBezTo>
                  <a:lnTo>
                    <a:pt x="21884" y="226"/>
                  </a:lnTo>
                  <a:cubicBezTo>
                    <a:pt x="21971" y="130"/>
                    <a:pt x="21882" y="1"/>
                    <a:pt x="217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8" name="Google Shape;1148;p33">
              <a:extLst>
                <a:ext uri="{FF2B5EF4-FFF2-40B4-BE49-F238E27FC236}">
                  <a16:creationId xmlns:a16="http://schemas.microsoft.com/office/drawing/2014/main" id="{42F2B923-1ED2-D4E4-6DA7-5A2F3C06594D}"/>
                </a:ext>
              </a:extLst>
            </p:cNvPr>
            <p:cNvGrpSpPr/>
            <p:nvPr/>
          </p:nvGrpSpPr>
          <p:grpSpPr>
            <a:xfrm flipH="1">
              <a:off x="1664772" y="4493938"/>
              <a:ext cx="323925" cy="323650"/>
              <a:chOff x="1608625" y="299800"/>
              <a:chExt cx="323925" cy="323650"/>
            </a:xfrm>
          </p:grpSpPr>
          <p:sp>
            <p:nvSpPr>
              <p:cNvPr id="1149" name="Google Shape;1149;p33">
                <a:extLst>
                  <a:ext uri="{FF2B5EF4-FFF2-40B4-BE49-F238E27FC236}">
                    <a16:creationId xmlns:a16="http://schemas.microsoft.com/office/drawing/2014/main" id="{A0AA0286-0001-4EF7-0BFC-52066EC8A60F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33">
                <a:extLst>
                  <a:ext uri="{FF2B5EF4-FFF2-40B4-BE49-F238E27FC236}">
                    <a16:creationId xmlns:a16="http://schemas.microsoft.com/office/drawing/2014/main" id="{A860ED9A-6B17-CDEE-5718-D049E85AAAEB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33">
                <a:extLst>
                  <a:ext uri="{FF2B5EF4-FFF2-40B4-BE49-F238E27FC236}">
                    <a16:creationId xmlns:a16="http://schemas.microsoft.com/office/drawing/2014/main" id="{29B17CD3-FB8A-8644-16B8-08446858BF39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5873239-A9B7-5D19-54C1-EAFFC9D541EC}"/>
              </a:ext>
            </a:extLst>
          </p:cNvPr>
          <p:cNvSpPr/>
          <p:nvPr/>
        </p:nvSpPr>
        <p:spPr>
          <a:xfrm>
            <a:off x="2943682" y="3849326"/>
            <a:ext cx="3452001" cy="387487"/>
          </a:xfrm>
          <a:prstGeom prst="round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Montserrat" panose="00000500000000000000" pitchFamily="2" charset="0"/>
              </a:rPr>
              <a:t>Presented by Nguyễn Hoàng Hiếu</a:t>
            </a:r>
          </a:p>
        </p:txBody>
      </p:sp>
    </p:spTree>
    <p:extLst>
      <p:ext uri="{BB962C8B-B14F-4D97-AF65-F5344CB8AC3E}">
        <p14:creationId xmlns:p14="http://schemas.microsoft.com/office/powerpoint/2010/main" val="728692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5C4AF61C-B5C9-3F0F-AD25-7B9BFEFA9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5D06D6D2-C236-F7CA-241D-C4B2C58488BE}"/>
              </a:ext>
            </a:extLst>
          </p:cNvPr>
          <p:cNvSpPr/>
          <p:nvPr/>
        </p:nvSpPr>
        <p:spPr>
          <a:xfrm>
            <a:off x="221578" y="1034553"/>
            <a:ext cx="1438888" cy="79103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728EB3FC-B427-89A6-FDBC-53AA2D1B9CC8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34C6EB75-A971-0003-9BCB-4E6DCA16CEE3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CDC228E-97F4-B2C3-CCDF-C41CCC4CF66B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C4F81F02-DA00-5442-7251-1B2304688BCD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2611BCDC-2F08-A69C-3D6D-CC22B746BA4F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CDA36E4-DF64-61C0-B899-2EE6DD77368C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AF03F2FE-600C-47F4-E3A9-2CCDEB6F806C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B8F1AC56-A974-A283-1033-A4427BAD25E5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CFD3D0FD-F754-9692-C307-C642EEA35A7E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CDEAEF38-9ADC-D265-C5EC-C6A95EEF0EF5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334D3AF7-6F77-5034-8D2D-BBAA475225A5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AE78A7AB-D9E2-B994-9D04-21F54FD40DC5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635AC40F-96DE-5D1B-2940-B621C6508D7D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0C7FE5CE-2F66-20C5-4754-F2DEC3B14967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3C5624CE-BDB3-AA56-683B-3F7B894B30FB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067441EE-FC9E-AE51-E950-B3036D921604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B14453B5-7E4A-048B-269E-1C00A0C9CD10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FB5EEEE2-DFD8-F85B-2337-3327D5FFBB18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30AD03A9-E55E-63F5-2781-550D748DFE38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0DC96369-C71C-D16F-0E0B-8C1C12AC3ED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5" name="!!1">
            <a:extLst>
              <a:ext uri="{FF2B5EF4-FFF2-40B4-BE49-F238E27FC236}">
                <a16:creationId xmlns:a16="http://schemas.microsoft.com/office/drawing/2014/main" id="{0BC03AA3-3794-B6DB-D1BD-740C8FEB4B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0521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F90C37B3-EDBF-AA82-5E79-939FAEF39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974D731-AA8E-8FB2-70B3-CB10B2F3617B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039" name="!!1">
            <a:extLst>
              <a:ext uri="{FF2B5EF4-FFF2-40B4-BE49-F238E27FC236}">
                <a16:creationId xmlns:a16="http://schemas.microsoft.com/office/drawing/2014/main" id="{DFFCD7CA-5046-9EEA-1D53-08F02FCF3C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5BDB2DFD-77EB-313D-0AEE-DC06E95E4157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3C56B804-9649-A0AC-0CD0-625A72B940B1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2909182-B733-6C8E-E63B-CEDA8653B2C1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439B4131-340B-13A6-36F8-8A3AB8607920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951DCC10-ACDC-C7EC-6A8B-8C02DBE2BEA6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BFB1F167-5C28-849D-8D87-C2AB4E134CC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33AE7EA5-1888-E602-EF37-1245DDD9F289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BEA7F2A3-8E86-1AD4-C5FC-6707D80BA577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DF97F51A-596B-A01B-4F8E-D14E748A1F62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A0A7B4D8-8D2F-D9E1-2861-D3C65F91B0CA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BF8C29B4-781F-8839-E412-1201DBA6C44C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0A5D0BBF-E448-C06A-153A-C199FD1431A9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FFC83095-A55A-EFB3-56E2-4D7FB47ED429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3A9A50B6-6D41-3061-20DF-537ADC8D300D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41F8CA30-861E-6152-BA1E-C1836EF44E65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57916BC3-D3CF-4893-31DC-494DC152C66E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29291E77-0511-6C70-6F92-5AFDBF6F36C8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0BA4004B-2A9E-BCDC-34BA-F357FA48E059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7B978026-C7D3-94ED-6020-9F80ADCD2127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84CA8B72-99B9-1A46-6B31-3C8E1A9B84F5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A86A8A28-D869-A0BD-12C3-F1EC6EF92480}"/>
              </a:ext>
            </a:extLst>
          </p:cNvPr>
          <p:cNvSpPr/>
          <p:nvPr/>
        </p:nvSpPr>
        <p:spPr>
          <a:xfrm>
            <a:off x="3125368" y="877125"/>
            <a:ext cx="2893264" cy="96708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AB053862-C37E-1E50-3153-D99B33F046FA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10">
            <a:extLst>
              <a:ext uri="{FF2B5EF4-FFF2-40B4-BE49-F238E27FC236}">
                <a16:creationId xmlns:a16="http://schemas.microsoft.com/office/drawing/2014/main" id="{8DE0AFFB-77A1-C2ED-AA33-8C8E4B42DF08}"/>
              </a:ext>
            </a:extLst>
          </p:cNvPr>
          <p:cNvCxnSpPr>
            <a:cxnSpLocks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6E6E11EB-0549-1C92-E8E9-F2C8E28320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86" y="2010772"/>
            <a:ext cx="1874920" cy="2128495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7" name="Google Shape;1040;p31">
            <a:extLst>
              <a:ext uri="{FF2B5EF4-FFF2-40B4-BE49-F238E27FC236}">
                <a16:creationId xmlns:a16="http://schemas.microsoft.com/office/drawing/2014/main" id="{DDD0B817-E60C-F55C-C863-C5FEEE19D2B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1060" y="2481302"/>
            <a:ext cx="3708217" cy="1187433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dirty="0">
                <a:solidFill>
                  <a:schemeClr val="bg1"/>
                </a:solidFill>
              </a:rPr>
              <a:t>Read files from </a:t>
            </a:r>
            <a:r>
              <a:rPr lang="en-US" sz="1800" b="1" dirty="0" err="1">
                <a:solidFill>
                  <a:schemeClr val="bg1"/>
                </a:solidFill>
              </a:rPr>
              <a:t>TinHieuHuanLuyen</a:t>
            </a:r>
            <a:r>
              <a:rPr lang="en-US" sz="1800" dirty="0">
                <a:solidFill>
                  <a:schemeClr val="bg1"/>
                </a:solidFill>
              </a:rPr>
              <a:t> directory.</a:t>
            </a:r>
            <a:endParaRPr sz="1800" dirty="0">
              <a:solidFill>
                <a:schemeClr val="bg1"/>
              </a:solidFill>
            </a:endParaRP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7FD81A76-60AC-34A4-1CBD-352B576F6867}"/>
              </a:ext>
            </a:extLst>
          </p:cNvPr>
          <p:cNvCxnSpPr>
            <a:cxnSpLocks/>
          </p:cNvCxnSpPr>
          <p:nvPr/>
        </p:nvCxnSpPr>
        <p:spPr>
          <a:xfrm>
            <a:off x="2221534" y="2481255"/>
            <a:ext cx="654965" cy="498911"/>
          </a:xfrm>
          <a:prstGeom prst="curvedConnector3">
            <a:avLst/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5A0EB635-C989-645F-090C-6E400090E7F4}"/>
              </a:ext>
            </a:extLst>
          </p:cNvPr>
          <p:cNvCxnSpPr>
            <a:cxnSpLocks/>
          </p:cNvCxnSpPr>
          <p:nvPr/>
        </p:nvCxnSpPr>
        <p:spPr>
          <a:xfrm flipV="1">
            <a:off x="4984628" y="2471992"/>
            <a:ext cx="703590" cy="517436"/>
          </a:xfrm>
          <a:prstGeom prst="curvedConnector3">
            <a:avLst>
              <a:gd name="adj1" fmla="val 50000"/>
            </a:avLst>
          </a:prstGeom>
          <a:ln w="28575">
            <a:solidFill>
              <a:schemeClr val="bg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0ED29E8E-8C15-3893-17F5-BD4B4E0095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0498" y="2010772"/>
            <a:ext cx="3297304" cy="2784664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663921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F367FF81-BB8B-3385-DD64-ED24E9B05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2D944CD-6347-E55E-BD77-EBBFDE890582}"/>
              </a:ext>
            </a:extLst>
          </p:cNvPr>
          <p:cNvSpPr/>
          <p:nvPr/>
        </p:nvSpPr>
        <p:spPr>
          <a:xfrm>
            <a:off x="5825461" y="3187181"/>
            <a:ext cx="2934337" cy="951516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2EC3CAF-8573-72CF-B65C-544EA5F35587}"/>
              </a:ext>
            </a:extLst>
          </p:cNvPr>
          <p:cNvSpPr/>
          <p:nvPr/>
        </p:nvSpPr>
        <p:spPr>
          <a:xfrm>
            <a:off x="1660466" y="2740576"/>
            <a:ext cx="7375957" cy="1864513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473A013-29C8-C081-40A2-B7445BA4E760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0CF40F7D-DC7C-BCD4-940E-7FAC94A41D79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90624BDA-217F-AEE3-90F0-599DE61613F9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997DDF76-4EF5-8558-3B28-024506FCDF49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0568CAEE-5497-DF6B-5798-7942F11E0130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CF196C96-F8F2-6342-7E75-95192D44A6C6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54F04912-6EBB-34A8-FEF3-507C3B0169AD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CA591108-A3A2-8615-8E1B-164160CCB1EA}"/>
              </a:ext>
            </a:extLst>
          </p:cNvPr>
          <p:cNvGrpSpPr/>
          <p:nvPr/>
        </p:nvGrpSpPr>
        <p:grpSpPr>
          <a:xfrm>
            <a:off x="6534260" y="3849310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31015E9E-18F7-B6AF-0C06-E2B7F118BEE3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0F0CC880-0DF0-29D4-57CD-FB65E9D860BE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30F41E81-D158-E424-19E8-4A1B84463FEA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E1B6C96F-E03B-253A-0BBA-7617D2DBEF0E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B7E95664-D753-3D19-044A-13D6C6C67E65}"/>
              </a:ext>
            </a:extLst>
          </p:cNvPr>
          <p:cNvGrpSpPr/>
          <p:nvPr/>
        </p:nvGrpSpPr>
        <p:grpSpPr>
          <a:xfrm>
            <a:off x="7454803" y="3283448"/>
            <a:ext cx="1073239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FEA373BE-79C6-6317-78D4-B745C6E1C46E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60A7F23A-2895-9B4D-8D7D-772535461149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B22E44D8-8C68-6CF4-1ED8-EA8B6C89E493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562D118E-6D59-2CBA-509B-007A6F7F369C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01DDF2C7-1E38-A66B-7BBC-C5694D46516A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4DF8B5CB-A968-8871-2982-84E996699802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0EF6AB4A-10CA-D801-81A7-8F8EAEF8AB8B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62A834E6-FE6B-AE64-CF09-4F4793DAD738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485AA93-3A16-6BCA-5270-493AAFB6C810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D5EC19C-33BD-A532-D87D-0EC6D8B9E1D1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6">
            <a:extLst>
              <a:ext uri="{FF2B5EF4-FFF2-40B4-BE49-F238E27FC236}">
                <a16:creationId xmlns:a16="http://schemas.microsoft.com/office/drawing/2014/main" id="{2E3324CE-9B7F-FC86-D19C-F5DBC3D8EA36}"/>
              </a:ext>
            </a:extLst>
          </p:cNvPr>
          <p:cNvSpPr/>
          <p:nvPr/>
        </p:nvSpPr>
        <p:spPr>
          <a:xfrm>
            <a:off x="1961677" y="853125"/>
            <a:ext cx="2889478" cy="97014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D549F5E4-D351-ACEA-57B6-33C026BB2FDA}"/>
              </a:ext>
            </a:extLst>
          </p:cNvPr>
          <p:cNvCxnSpPr>
            <a:cxnSpLocks/>
          </p:cNvCxnSpPr>
          <p:nvPr/>
        </p:nvCxnSpPr>
        <p:spPr>
          <a:xfrm flipV="1">
            <a:off x="1744850" y="4691621"/>
            <a:ext cx="316210" cy="124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1040;p31">
            <a:extLst>
              <a:ext uri="{FF2B5EF4-FFF2-40B4-BE49-F238E27FC236}">
                <a16:creationId xmlns:a16="http://schemas.microsoft.com/office/drawing/2014/main" id="{B44D3846-735A-ED6A-A021-AE226EADA42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825461" y="3184147"/>
            <a:ext cx="2934337" cy="951516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accent6"/>
                </a:solidFill>
              </a:rPr>
              <a:t>FRAME_SIZE = 25 (</a:t>
            </a:r>
            <a:r>
              <a:rPr lang="en-US" sz="1800" b="1" dirty="0" err="1">
                <a:solidFill>
                  <a:schemeClr val="accent6"/>
                </a:solidFill>
              </a:rPr>
              <a:t>ms</a:t>
            </a:r>
            <a:r>
              <a:rPr lang="en-US" sz="1800" b="1" dirty="0">
                <a:solidFill>
                  <a:schemeClr val="accent6"/>
                </a:solidFill>
              </a:rPr>
              <a:t>)</a:t>
            </a: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</a:pPr>
            <a:r>
              <a:rPr lang="en-US" sz="1800" b="1" dirty="0">
                <a:solidFill>
                  <a:schemeClr val="accent6"/>
                </a:solidFill>
              </a:rPr>
              <a:t>FRAME_STEP = 10 (</a:t>
            </a:r>
            <a:r>
              <a:rPr lang="en-US" sz="1800" b="1" dirty="0" err="1">
                <a:solidFill>
                  <a:schemeClr val="accent6"/>
                </a:solidFill>
              </a:rPr>
              <a:t>ms</a:t>
            </a:r>
            <a:r>
              <a:rPr lang="en-US" sz="1800" b="1" dirty="0">
                <a:solidFill>
                  <a:schemeClr val="accent6"/>
                </a:solidFill>
              </a:rPr>
              <a:t>)</a:t>
            </a:r>
            <a:endParaRPr sz="1800" b="1" dirty="0">
              <a:solidFill>
                <a:schemeClr val="accent6"/>
              </a:solidFill>
            </a:endParaRPr>
          </a:p>
        </p:txBody>
      </p:sp>
      <p:cxnSp>
        <p:nvCxnSpPr>
          <p:cNvPr id="19" name="Straight Arrow Connector 26">
            <a:extLst>
              <a:ext uri="{FF2B5EF4-FFF2-40B4-BE49-F238E27FC236}">
                <a16:creationId xmlns:a16="http://schemas.microsoft.com/office/drawing/2014/main" id="{4921C96B-618B-4B03-DA2B-8AF82B30AB50}"/>
              </a:ext>
            </a:extLst>
          </p:cNvPr>
          <p:cNvCxnSpPr>
            <a:cxnSpLocks/>
          </p:cNvCxnSpPr>
          <p:nvPr/>
        </p:nvCxnSpPr>
        <p:spPr>
          <a:xfrm>
            <a:off x="973201" y="2262907"/>
            <a:ext cx="2404" cy="37047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!!5">
            <a:extLst>
              <a:ext uri="{FF2B5EF4-FFF2-40B4-BE49-F238E27FC236}">
                <a16:creationId xmlns:a16="http://schemas.microsoft.com/office/drawing/2014/main" id="{D5FB5FD1-E578-60C1-3304-391765BB7D7C}"/>
              </a:ext>
            </a:extLst>
          </p:cNvPr>
          <p:cNvSpPr/>
          <p:nvPr/>
        </p:nvSpPr>
        <p:spPr>
          <a:xfrm>
            <a:off x="5111046" y="852596"/>
            <a:ext cx="2889478" cy="97014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cxnSp>
        <p:nvCxnSpPr>
          <p:cNvPr id="7" name="Straight Arrow Connector 7">
            <a:extLst>
              <a:ext uri="{FF2B5EF4-FFF2-40B4-BE49-F238E27FC236}">
                <a16:creationId xmlns:a16="http://schemas.microsoft.com/office/drawing/2014/main" id="{AB2BC2CB-3C90-BA78-2062-FF29D24D5C93}"/>
              </a:ext>
            </a:extLst>
          </p:cNvPr>
          <p:cNvCxnSpPr>
            <a:cxnSpLocks/>
            <a:stCxn id="26" idx="3"/>
            <a:endCxn id="6" idx="1"/>
          </p:cNvCxnSpPr>
          <p:nvPr/>
        </p:nvCxnSpPr>
        <p:spPr>
          <a:xfrm flipV="1">
            <a:off x="4851155" y="1337667"/>
            <a:ext cx="259891" cy="52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9A2A117E-55A2-3B57-1482-47986FB3C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115" y="2474850"/>
            <a:ext cx="3650001" cy="2370109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sp>
        <p:nvSpPr>
          <p:cNvPr id="8" name="!!1">
            <a:extLst>
              <a:ext uri="{FF2B5EF4-FFF2-40B4-BE49-F238E27FC236}">
                <a16:creationId xmlns:a16="http://schemas.microsoft.com/office/drawing/2014/main" id="{BE3EFB6D-C3AF-BEF9-2EE8-AC382EA655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4813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08517E94-82A3-5446-CB2F-D417838CA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5DC57079-394E-E4A3-0BF4-EE693F3C8F35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7E4B2BF7-0540-035F-819B-9DCAC9919299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B7DAC29B-4D76-9E06-302E-C7FF90343136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E468D2B-DE30-C00C-84D2-475AF58EFC82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B74830AD-7C60-5479-CBE5-D93310BE0C9B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0333AAAC-B685-159F-303A-F9803A983E30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F34306A2-2401-C9C0-A162-8FAF979993BF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47C72305-A305-C7A0-C9BB-63DCE0E41574}"/>
              </a:ext>
            </a:extLst>
          </p:cNvPr>
          <p:cNvGrpSpPr/>
          <p:nvPr/>
        </p:nvGrpSpPr>
        <p:grpSpPr>
          <a:xfrm>
            <a:off x="6883862" y="3804702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48A1DC01-EBAF-2E82-0895-F3A80FBE150B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B123FEF4-0514-AE4E-B551-2EC980042206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697E0C2B-32CD-FB89-529A-031537255511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F0293464-6D64-F3A9-BD65-881B19892DA9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1E200003-EF25-58D9-93BD-8683DECDBA2D}"/>
              </a:ext>
            </a:extLst>
          </p:cNvPr>
          <p:cNvGrpSpPr/>
          <p:nvPr/>
        </p:nvGrpSpPr>
        <p:grpSpPr>
          <a:xfrm>
            <a:off x="7454804" y="3283448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F85CB014-348E-FE7B-04D5-08022976CC8B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DFE9FA4A-4EF5-D03B-9DAD-616D48F13CC8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09BA3347-E569-E05F-F028-BDB6006FED0A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9BB4D06A-7DB6-24E6-B701-4251AC6DCE83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F8D9EE73-8D71-AF26-F78A-139AD62D26B4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0961ECF4-A067-9059-EF98-56234AEF6127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AD62DFA8-690E-6A5B-1A99-A3F9E44FA617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828712F9-66D8-A724-8069-8AD0FC6344C5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10C1480A-E933-C169-F8DD-93F0103ADD5C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48961B8-5BE2-8637-A85A-0B4B0202E479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6">
            <a:extLst>
              <a:ext uri="{FF2B5EF4-FFF2-40B4-BE49-F238E27FC236}">
                <a16:creationId xmlns:a16="http://schemas.microsoft.com/office/drawing/2014/main" id="{0EEF9454-D162-AAA2-8889-BD3413A10D75}"/>
              </a:ext>
            </a:extLst>
          </p:cNvPr>
          <p:cNvSpPr/>
          <p:nvPr/>
        </p:nvSpPr>
        <p:spPr>
          <a:xfrm>
            <a:off x="205302" y="2629383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2E6F656-C3C4-6EDC-FB36-7756C5FE4E14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 flipH="1">
            <a:off x="973200" y="2262907"/>
            <a:ext cx="1" cy="36647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E59FAE8F-71D6-5D69-AE56-3A95C9319E2A}"/>
              </a:ext>
            </a:extLst>
          </p:cNvPr>
          <p:cNvSpPr/>
          <p:nvPr/>
        </p:nvSpPr>
        <p:spPr>
          <a:xfrm>
            <a:off x="3545618" y="793609"/>
            <a:ext cx="2865974" cy="72800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value STE and ZCR of each frame.</a:t>
            </a:r>
          </a:p>
        </p:txBody>
      </p: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8963A443-BE10-D902-16E8-CB6FC11BA6AF}"/>
              </a:ext>
            </a:extLst>
          </p:cNvPr>
          <p:cNvCxnSpPr>
            <a:cxnSpLocks/>
            <a:stCxn id="26" idx="2"/>
            <a:endCxn id="5" idx="0"/>
          </p:cNvCxnSpPr>
          <p:nvPr/>
        </p:nvCxnSpPr>
        <p:spPr>
          <a:xfrm flipH="1">
            <a:off x="969310" y="3131804"/>
            <a:ext cx="3890" cy="362557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B84D43-DEFB-2D35-9C67-7A1106FE0FBB}"/>
              </a:ext>
            </a:extLst>
          </p:cNvPr>
          <p:cNvSpPr/>
          <p:nvPr/>
        </p:nvSpPr>
        <p:spPr>
          <a:xfrm>
            <a:off x="2278617" y="3621891"/>
            <a:ext cx="6660081" cy="1240040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965FD071-2C18-8E2A-2AD9-3B97FE3DA0F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49016" y="4044114"/>
                <a:ext cx="5544425" cy="748577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For w-</a:t>
                </a:r>
                <a:r>
                  <a:rPr lang="en-US" sz="18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th</a:t>
                </a:r>
                <a:r>
                  <a:rPr lang="en-US" sz="1800" b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frame:</a:t>
                </a:r>
                <a:endParaRPr lang="en-US" sz="1800" b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STE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m:rPr>
                            <m:brk m:alnAt="23"/>
                          </m:r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Sup>
                          <m:sSubSupPr>
                            <m:ctrlP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  <m:sup>
                            <m:r>
                              <a:rPr lang="en-US" sz="1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  <m:d>
                      <m:d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sz="1800" b="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ZCR =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m:rPr>
                            <m:brk m:alnAt="23"/>
                          </m:rP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𝑠𝑖𝑔𝑛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e>
                        </m:d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𝑠𝑖𝑔𝑛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e>
                        </m:d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e>
                    </m:nary>
                  </m:oMath>
                </a14:m>
                <a:endParaRPr lang="vi-VN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vi-VN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 xmlns="">
          <p:sp>
            <p:nvSpPr>
              <p:cNvPr id="8" name="Google Shape;1040;p31">
                <a:extLst>
                  <a:ext uri="{FF2B5EF4-FFF2-40B4-BE49-F238E27FC236}">
                    <a16:creationId xmlns:a16="http://schemas.microsoft.com/office/drawing/2014/main" id="{965FD071-2C18-8E2A-2AD9-3B97FE3DA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9016" y="4044114"/>
                <a:ext cx="5544425" cy="748577"/>
              </a:xfrm>
              <a:prstGeom prst="rect">
                <a:avLst/>
              </a:prstGeom>
              <a:blipFill>
                <a:blip r:embed="rId3"/>
                <a:stretch>
                  <a:fillRect l="-879" t="-68293" b="-853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!!5">
            <a:extLst>
              <a:ext uri="{FF2B5EF4-FFF2-40B4-BE49-F238E27FC236}">
                <a16:creationId xmlns:a16="http://schemas.microsoft.com/office/drawing/2014/main" id="{A76A2637-14CF-5066-C0C9-DB887863A569}"/>
              </a:ext>
            </a:extLst>
          </p:cNvPr>
          <p:cNvSpPr/>
          <p:nvPr/>
        </p:nvSpPr>
        <p:spPr>
          <a:xfrm>
            <a:off x="197521" y="3494361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1D28038-3850-2790-3BB8-D844E0A576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241" y="1649985"/>
            <a:ext cx="2865974" cy="1859563"/>
          </a:xfrm>
          <a:prstGeom prst="rect">
            <a:avLst/>
          </a:prstGeom>
          <a:ln w="28575">
            <a:solidFill>
              <a:schemeClr val="bg1">
                <a:lumMod val="50000"/>
              </a:schemeClr>
            </a:solidFill>
          </a:ln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813EA7D-3B8D-74E8-BE44-AC15AAC35DAB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!!1">
            <a:extLst>
              <a:ext uri="{FF2B5EF4-FFF2-40B4-BE49-F238E27FC236}">
                <a16:creationId xmlns:a16="http://schemas.microsoft.com/office/drawing/2014/main" id="{9EC655E1-5838-EE3E-AC17-217F6CB5B6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6039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8F3DE781-7BB8-8E9D-D671-790C6977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F6607217-CFA6-5239-D22C-3A86F81992D4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8A28AF29-738D-6080-C77C-31F1345CE028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DA6E48C-2CE9-98F5-15DD-363E8E2B52C2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F8B6C5B5-BA8E-3134-7F60-6E67C8ACBD92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AD8F377E-7C28-782B-2026-BC2F141AE196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B16E1A32-3B3D-5AAC-4A73-5F4B2A80BABD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CABE2EC4-F461-EB40-FFFD-CC4BC6A35C0B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B4B73F-1DB4-7499-2D3F-EB1B97465F86}"/>
              </a:ext>
            </a:extLst>
          </p:cNvPr>
          <p:cNvSpPr/>
          <p:nvPr/>
        </p:nvSpPr>
        <p:spPr>
          <a:xfrm>
            <a:off x="3734823" y="825909"/>
            <a:ext cx="2643630" cy="9314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4" name="Google Shape;1040;p31">
                <a:extLst>
                  <a:ext uri="{FF2B5EF4-FFF2-40B4-BE49-F238E27FC236}">
                    <a16:creationId xmlns:a16="http://schemas.microsoft.com/office/drawing/2014/main" id="{ECF47169-4CFA-5C1C-8016-0F55A9C071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25166" y="1651689"/>
                <a:ext cx="6213021" cy="3648132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Let x be the STE threshold. Intersection of probabilities: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𝑠𝑖𝑙</m:t>
                        </m:r>
                      </m:sub>
                    </m:sSub>
                    <m:d>
                      <m:d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.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Assume STE follows a Gaussian distribution. We got : 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vi-VN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vi-VN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𝑠𝑖𝑙</m:t>
                              </m:r>
                            </m:sub>
                          </m:sSub>
                          <m:rad>
                            <m:radPr>
                              <m:degHide m:val="on"/>
                              <m:ctrlP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vi-VN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vi-VN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vi-VN" sz="18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vi-VN" sz="18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vi-VN" sz="18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vi-VN" sz="180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vi-VN" sz="180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vi-VN" sz="180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𝑠𝑖𝑙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vi-VN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vi-VN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vi-VN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vi-VN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𝑠𝑖𝑙</m:t>
                                  </m:r>
                                </m:sub>
                                <m:sup>
                                  <m:r>
                                    <a:rPr lang="vi-VN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  <m:r>
                        <a:rPr lang="vi-VN" sz="1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vi-VN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vi-VN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𝑠𝑝</m:t>
                              </m:r>
                            </m:sub>
                          </m:sSub>
                          <m:rad>
                            <m:radPr>
                              <m:degHide m:val="on"/>
                              <m:ctrlP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vi-VN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vi-VN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vi-VN" sz="18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vi-VN" sz="18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vi-VN" sz="18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vi-VN" sz="180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vi-VN" sz="180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vi-VN" sz="180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𝑠𝑝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vi-VN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vi-VN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vi-VN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vi-VN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vi-VN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𝑠𝑝</m:t>
                                  </m:r>
                                </m:sub>
                                <m:sup>
                                  <m:r>
                                    <a:rPr lang="vi-VN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 xmlns="">
          <p:sp>
            <p:nvSpPr>
              <p:cNvPr id="1024" name="Google Shape;1040;p31">
                <a:extLst>
                  <a:ext uri="{FF2B5EF4-FFF2-40B4-BE49-F238E27FC236}">
                    <a16:creationId xmlns:a16="http://schemas.microsoft.com/office/drawing/2014/main" id="{ECF47169-4CFA-5C1C-8016-0F55A9C07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5166" y="1651689"/>
                <a:ext cx="6213021" cy="3648132"/>
              </a:xfrm>
              <a:prstGeom prst="rect">
                <a:avLst/>
              </a:prstGeom>
              <a:blipFill>
                <a:blip r:embed="rId3"/>
                <a:stretch>
                  <a:fillRect l="-883" r="-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7" name="Rectangle: Rounded Corners 1026">
            <a:extLst>
              <a:ext uri="{FF2B5EF4-FFF2-40B4-BE49-F238E27FC236}">
                <a16:creationId xmlns:a16="http://schemas.microsoft.com/office/drawing/2014/main" id="{D33D78E5-3C7B-A848-2ED3-F41E549ED31B}"/>
              </a:ext>
            </a:extLst>
          </p:cNvPr>
          <p:cNvSpPr/>
          <p:nvPr/>
        </p:nvSpPr>
        <p:spPr>
          <a:xfrm>
            <a:off x="2140445" y="1991222"/>
            <a:ext cx="6213021" cy="2472397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0" name="!!1">
            <a:extLst>
              <a:ext uri="{FF2B5EF4-FFF2-40B4-BE49-F238E27FC236}">
                <a16:creationId xmlns:a16="http://schemas.microsoft.com/office/drawing/2014/main" id="{D0DFAFB4-9E3A-3952-E732-3BA3A19E6B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372A178-8CF9-F126-1077-F5FF1C7B1996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E38B54D7-A36B-EAA8-5B89-1D9D5047920F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8D1EFC-66D8-CF85-DE23-A76383FE87A8}"/>
              </a:ext>
            </a:extLst>
          </p:cNvPr>
          <p:cNvCxnSpPr>
            <a:cxnSpLocks/>
            <a:stCxn id="4" idx="4"/>
            <a:endCxn id="6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!!6">
            <a:extLst>
              <a:ext uri="{FF2B5EF4-FFF2-40B4-BE49-F238E27FC236}">
                <a16:creationId xmlns:a16="http://schemas.microsoft.com/office/drawing/2014/main" id="{4345714C-763F-7A9F-E88D-C2B44485047D}"/>
              </a:ext>
            </a:extLst>
          </p:cNvPr>
          <p:cNvSpPr/>
          <p:nvPr/>
        </p:nvSpPr>
        <p:spPr>
          <a:xfrm>
            <a:off x="199608" y="2645425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9D22799-B0C1-3753-B45C-212BA903A2B0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 flipH="1">
            <a:off x="967506" y="2262907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27">
            <a:extLst>
              <a:ext uri="{FF2B5EF4-FFF2-40B4-BE49-F238E27FC236}">
                <a16:creationId xmlns:a16="http://schemas.microsoft.com/office/drawing/2014/main" id="{4E131CB6-8815-7BE4-64EE-E99FC36925E5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967506" y="3147846"/>
            <a:ext cx="0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!!5">
            <a:extLst>
              <a:ext uri="{FF2B5EF4-FFF2-40B4-BE49-F238E27FC236}">
                <a16:creationId xmlns:a16="http://schemas.microsoft.com/office/drawing/2014/main" id="{B3B26640-06B5-6998-4B61-D8A5959015E6}"/>
              </a:ext>
            </a:extLst>
          </p:cNvPr>
          <p:cNvSpPr/>
          <p:nvPr/>
        </p:nvSpPr>
        <p:spPr>
          <a:xfrm>
            <a:off x="195717" y="3506274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358945-AABA-7D02-469F-F73CE09AF457}"/>
              </a:ext>
            </a:extLst>
          </p:cNvPr>
          <p:cNvSpPr/>
          <p:nvPr/>
        </p:nvSpPr>
        <p:spPr>
          <a:xfrm>
            <a:off x="195718" y="4379168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value STE and ZCR of each frame.</a:t>
            </a:r>
          </a:p>
        </p:txBody>
      </p:sp>
      <p:cxnSp>
        <p:nvCxnSpPr>
          <p:cNvPr id="20" name="Straight Arrow Connector 7">
            <a:extLst>
              <a:ext uri="{FF2B5EF4-FFF2-40B4-BE49-F238E27FC236}">
                <a16:creationId xmlns:a16="http://schemas.microsoft.com/office/drawing/2014/main" id="{07930F74-0B1F-6709-2CB9-BC77F3174884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1739295" y="4630378"/>
            <a:ext cx="300191" cy="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5">
            <a:extLst>
              <a:ext uri="{FF2B5EF4-FFF2-40B4-BE49-F238E27FC236}">
                <a16:creationId xmlns:a16="http://schemas.microsoft.com/office/drawing/2014/main" id="{B1914FA5-861D-ED8A-3263-9F47FF16459E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3477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E3CB53D1-BD94-64D2-39D6-74C965879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854706B-5E7C-8732-787C-9FDA0D40780C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CF1C88DD-9306-AA75-165F-24C4530D6E43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B65513B5-D571-5059-84B5-B9246A079240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86BBBAD2-E4B4-3090-097F-8A9C3A64B976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D3B99E87-40A1-711D-C62C-BFA688AAE504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A35266B4-9092-9101-87BE-FB15B4BB1F1E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B817B500-9978-53B1-1FD7-55ABB32208F1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25E3FAC7-6569-53F0-D8A6-715A03B241E4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C548C7A4-FD1A-F7A3-9B53-59B0275E63C1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12049F2-ED76-68D7-1305-024688906398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6">
            <a:extLst>
              <a:ext uri="{FF2B5EF4-FFF2-40B4-BE49-F238E27FC236}">
                <a16:creationId xmlns:a16="http://schemas.microsoft.com/office/drawing/2014/main" id="{C907683A-F4FD-DA21-BEC5-68EC6DD44752}"/>
              </a:ext>
            </a:extLst>
          </p:cNvPr>
          <p:cNvSpPr/>
          <p:nvPr/>
        </p:nvSpPr>
        <p:spPr>
          <a:xfrm>
            <a:off x="199608" y="2645425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91A1493-39BB-94F7-8725-4E2365FAA479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 flipH="1">
            <a:off x="967506" y="2262907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853A2034-6994-2E01-F03D-241882F581FF}"/>
              </a:ext>
            </a:extLst>
          </p:cNvPr>
          <p:cNvCxnSpPr>
            <a:cxnSpLocks/>
            <a:stCxn id="26" idx="2"/>
            <a:endCxn id="16" idx="0"/>
          </p:cNvCxnSpPr>
          <p:nvPr/>
        </p:nvCxnSpPr>
        <p:spPr>
          <a:xfrm>
            <a:off x="967506" y="3147846"/>
            <a:ext cx="0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!!5">
            <a:extLst>
              <a:ext uri="{FF2B5EF4-FFF2-40B4-BE49-F238E27FC236}">
                <a16:creationId xmlns:a16="http://schemas.microsoft.com/office/drawing/2014/main" id="{7AC6C268-7293-B801-F275-8C3E93BAAFED}"/>
              </a:ext>
            </a:extLst>
          </p:cNvPr>
          <p:cNvSpPr/>
          <p:nvPr/>
        </p:nvSpPr>
        <p:spPr>
          <a:xfrm>
            <a:off x="195717" y="3506274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7E7E50-35E5-D291-EFD0-9D73574DB678}"/>
              </a:ext>
            </a:extLst>
          </p:cNvPr>
          <p:cNvSpPr/>
          <p:nvPr/>
        </p:nvSpPr>
        <p:spPr>
          <a:xfrm>
            <a:off x="195718" y="4379168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value STE and ZCR of each frame.</a:t>
            </a:r>
          </a:p>
        </p:txBody>
      </p:sp>
      <p:cxnSp>
        <p:nvCxnSpPr>
          <p:cNvPr id="24" name="Straight Arrow Connector 7">
            <a:extLst>
              <a:ext uri="{FF2B5EF4-FFF2-40B4-BE49-F238E27FC236}">
                <a16:creationId xmlns:a16="http://schemas.microsoft.com/office/drawing/2014/main" id="{738CD656-B6B6-47A5-F604-A0AF0057BD03}"/>
              </a:ext>
            </a:extLst>
          </p:cNvPr>
          <p:cNvCxnSpPr>
            <a:cxnSpLocks/>
            <a:stCxn id="18" idx="3"/>
          </p:cNvCxnSpPr>
          <p:nvPr/>
        </p:nvCxnSpPr>
        <p:spPr>
          <a:xfrm flipV="1">
            <a:off x="1739295" y="4630378"/>
            <a:ext cx="300191" cy="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5">
            <a:extLst>
              <a:ext uri="{FF2B5EF4-FFF2-40B4-BE49-F238E27FC236}">
                <a16:creationId xmlns:a16="http://schemas.microsoft.com/office/drawing/2014/main" id="{8D35C779-EAF9-7A84-7839-C6A160EECA3E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1040;p31">
                <a:extLst>
                  <a:ext uri="{FF2B5EF4-FFF2-40B4-BE49-F238E27FC236}">
                    <a16:creationId xmlns:a16="http://schemas.microsoft.com/office/drawing/2014/main" id="{5E611A32-1A01-26B8-DCAD-C7571F6D58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49017" y="954460"/>
                <a:ext cx="5982234" cy="3927129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Taking the natural logarithm of both sides, we get the quadratic equations: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US" sz="18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8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8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US" sz="18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18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, where:</a:t>
                </a: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14:m>
                  <m:oMathPara xmlns:m="http://schemas.openxmlformats.org/officeDocument/2006/math">
                    <m:oMath>
                      <m:eqArr>
                        <m:eqArrPr>
                          <m:ctrlPr>
                            <a:rPr lang="en-US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en-US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m:rPr>
                              <m:aln/>
                            </m:rPr>
                            <a:rPr lang="en-US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&amp;</m:t>
                          </m:r>
                          <m:r>
                            <a:rPr lang="en-US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𝑠𝑖𝑙</m:t>
                                  </m:r>
                                </m:sub>
                                <m:sup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r>
                            <a:rPr lang="en-US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𝑠𝑝</m:t>
                                  </m:r>
                                </m:sub>
                                <m:sup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  <m:e>
                          <m:r>
                            <a:rPr lang="en-US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aln/>
                            </m:rPr>
                            <a:rPr lang="en-US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&amp;</m:t>
                          </m:r>
                          <m:r>
                            <a:rPr lang="en-US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𝑠𝑝</m:t>
                                  </m:r>
                                </m:sub>
                              </m:sSub>
                            </m:num>
                            <m:den>
                              <m:sSubSup>
                                <m:sSubSupPr>
                                  <m:ctrlP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𝑠𝑝</m:t>
                                  </m:r>
                                </m:sub>
                                <m:sup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r>
                            <a:rPr lang="en-US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𝑠𝑖𝑙</m:t>
                                  </m:r>
                                </m:sub>
                              </m:sSub>
                            </m:num>
                            <m:den>
                              <m:sSubSup>
                                <m:sSubSupPr>
                                  <m:ctrlP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𝑠𝑖𝑙</m:t>
                                  </m:r>
                                </m:sub>
                                <m:sup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  <m:e>
                          <m:r>
                            <a:rPr lang="en-US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m:rPr>
                              <m:aln/>
                            </m:rPr>
                            <a:rPr lang="en-US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&amp;</m:t>
                          </m:r>
                          <m:r>
                            <a:rPr lang="en-US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𝑠𝑖𝑙</m:t>
                                  </m:r>
                                </m:sub>
                                <m:sup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𝑠𝑖𝑙</m:t>
                                  </m:r>
                                </m:sub>
                                <m:sup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r>
                            <a:rPr lang="en-US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𝑠𝑝</m:t>
                                  </m:r>
                                </m:sub>
                                <m:sup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Sup>
                                <m:sSubSupPr>
                                  <m:ctrlP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𝑠𝑝</m:t>
                                  </m:r>
                                </m:sub>
                                <m:sup>
                                  <m: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r>
                            <a:rPr lang="en-US" sz="1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8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80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sz="180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80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𝑠𝑝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sz="180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80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𝑠𝑖𝑙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eqArr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marL="285750" indent="-285750" algn="just">
                  <a:spcAft>
                    <a:spcPts val="600"/>
                  </a:spcAft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18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𝑠𝑝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is the speech mean (</a:t>
                </a:r>
                <a:r>
                  <a:rPr lang="en-US" sz="1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meanSp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)</a:t>
                </a:r>
              </a:p>
              <a:p>
                <a:pPr marL="285750" indent="-285750" algn="just">
                  <a:spcAft>
                    <a:spcPts val="600"/>
                  </a:spcAft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18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𝑠𝑖𝑙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is the silence mean (</a:t>
                </a:r>
                <a:r>
                  <a:rPr lang="en-US" sz="1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meanSl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)</a:t>
                </a:r>
              </a:p>
              <a:p>
                <a:pPr marL="285750" indent="-285750" algn="just">
                  <a:spcAft>
                    <a:spcPts val="600"/>
                  </a:spcAft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8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𝑠𝑝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is the speech standard deviation (</a:t>
                </a:r>
                <a:r>
                  <a:rPr lang="en-US" sz="1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stdSp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)</a:t>
                </a:r>
              </a:p>
              <a:p>
                <a:pPr marL="285750" indent="-285750" algn="just">
                  <a:spcAft>
                    <a:spcPts val="600"/>
                  </a:spcAft>
                  <a:buClr>
                    <a:schemeClr val="bg1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8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𝑠𝑖𝑙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is the silence standard deviation (</a:t>
                </a:r>
                <a:r>
                  <a:rPr lang="en-US" sz="1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stdSl</a:t>
                </a: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6" name="Google Shape;1040;p31">
                <a:extLst>
                  <a:ext uri="{FF2B5EF4-FFF2-40B4-BE49-F238E27FC236}">
                    <a16:creationId xmlns:a16="http://schemas.microsoft.com/office/drawing/2014/main" id="{5E611A32-1A01-26B8-DCAD-C7571F6D58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9017" y="954460"/>
                <a:ext cx="5982234" cy="3927129"/>
              </a:xfrm>
              <a:prstGeom prst="rect">
                <a:avLst/>
              </a:prstGeom>
              <a:blipFill>
                <a:blip r:embed="rId3"/>
                <a:stretch>
                  <a:fillRect l="-815" t="-3261" r="-917" b="-31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8A0052D-42ED-2272-CD31-537DE3AC0225}"/>
              </a:ext>
            </a:extLst>
          </p:cNvPr>
          <p:cNvSpPr/>
          <p:nvPr/>
        </p:nvSpPr>
        <p:spPr>
          <a:xfrm>
            <a:off x="2437856" y="820998"/>
            <a:ext cx="6151676" cy="4127521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!!1">
            <a:extLst>
              <a:ext uri="{FF2B5EF4-FFF2-40B4-BE49-F238E27FC236}">
                <a16:creationId xmlns:a16="http://schemas.microsoft.com/office/drawing/2014/main" id="{9DA5D140-BADF-C35D-17C3-C242B4D480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8918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19DD2E1-46AF-F78C-20D5-304AAF06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3A8BFCF-93DF-5B42-D76A-E4D212B131DC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7C85D254-3161-D017-7D74-3D44407E360C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0499710-7773-6831-0563-8C9783D6546E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E2BB133B-8765-A8C3-FB14-858BB8FAF202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247EF0EE-DC5D-ACBA-FD94-F2BA3CAEFE08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D847AE2C-0E71-7068-7537-C85828EF127E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6A71DE4-03C6-C5F7-4515-6307AAC8B6B7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!!3">
            <a:extLst>
              <a:ext uri="{FF2B5EF4-FFF2-40B4-BE49-F238E27FC236}">
                <a16:creationId xmlns:a16="http://schemas.microsoft.com/office/drawing/2014/main" id="{8B9D95F4-BD36-C446-CA68-962C89AD470D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14F81A4-830E-4DFB-A9F5-86CB89F81D2D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847A2E-FD51-39B1-1728-312BC1994D28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!!6">
            <a:extLst>
              <a:ext uri="{FF2B5EF4-FFF2-40B4-BE49-F238E27FC236}">
                <a16:creationId xmlns:a16="http://schemas.microsoft.com/office/drawing/2014/main" id="{70638834-F5A9-2BB6-5DA5-7F448091F14C}"/>
              </a:ext>
            </a:extLst>
          </p:cNvPr>
          <p:cNvSpPr/>
          <p:nvPr/>
        </p:nvSpPr>
        <p:spPr>
          <a:xfrm>
            <a:off x="199608" y="2645425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5D47E52-2897-6F1E-0726-FEE546807D69}"/>
              </a:ext>
            </a:extLst>
          </p:cNvPr>
          <p:cNvCxnSpPr>
            <a:cxnSpLocks/>
            <a:stCxn id="9" idx="4"/>
            <a:endCxn id="26" idx="0"/>
          </p:cNvCxnSpPr>
          <p:nvPr/>
        </p:nvCxnSpPr>
        <p:spPr>
          <a:xfrm flipH="1">
            <a:off x="967506" y="2262907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C7CDCF64-77E2-A308-1682-1F9FABACF4E1}"/>
              </a:ext>
            </a:extLst>
          </p:cNvPr>
          <p:cNvCxnSpPr>
            <a:cxnSpLocks/>
            <a:stCxn id="26" idx="2"/>
            <a:endCxn id="16" idx="0"/>
          </p:cNvCxnSpPr>
          <p:nvPr/>
        </p:nvCxnSpPr>
        <p:spPr>
          <a:xfrm>
            <a:off x="967506" y="3147846"/>
            <a:ext cx="4209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!!5">
            <a:extLst>
              <a:ext uri="{FF2B5EF4-FFF2-40B4-BE49-F238E27FC236}">
                <a16:creationId xmlns:a16="http://schemas.microsoft.com/office/drawing/2014/main" id="{F0ED7D4B-5511-75C2-A9BD-3413B8EE006A}"/>
              </a:ext>
            </a:extLst>
          </p:cNvPr>
          <p:cNvSpPr/>
          <p:nvPr/>
        </p:nvSpPr>
        <p:spPr>
          <a:xfrm>
            <a:off x="199926" y="3506274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693947-22EB-2315-2171-C3E91EF93DD1}"/>
              </a:ext>
            </a:extLst>
          </p:cNvPr>
          <p:cNvSpPr/>
          <p:nvPr/>
        </p:nvSpPr>
        <p:spPr>
          <a:xfrm>
            <a:off x="195718" y="4379168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value STE and ZCR of each frame.</a:t>
            </a:r>
          </a:p>
        </p:txBody>
      </p:sp>
      <p:cxnSp>
        <p:nvCxnSpPr>
          <p:cNvPr id="24" name="Straight Arrow Connector 7">
            <a:extLst>
              <a:ext uri="{FF2B5EF4-FFF2-40B4-BE49-F238E27FC236}">
                <a16:creationId xmlns:a16="http://schemas.microsoft.com/office/drawing/2014/main" id="{55F676EC-8E74-C112-2996-44847918AE1E}"/>
              </a:ext>
            </a:extLst>
          </p:cNvPr>
          <p:cNvCxnSpPr>
            <a:cxnSpLocks/>
            <a:stCxn id="18" idx="3"/>
          </p:cNvCxnSpPr>
          <p:nvPr/>
        </p:nvCxnSpPr>
        <p:spPr>
          <a:xfrm flipV="1">
            <a:off x="1739295" y="4630378"/>
            <a:ext cx="300191" cy="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5">
            <a:extLst>
              <a:ext uri="{FF2B5EF4-FFF2-40B4-BE49-F238E27FC236}">
                <a16:creationId xmlns:a16="http://schemas.microsoft.com/office/drawing/2014/main" id="{A8B353EB-C7B3-71FC-7DFB-4AF4C167094E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31" name="Google Shape;1040;p31">
                <a:extLst>
                  <a:ext uri="{FF2B5EF4-FFF2-40B4-BE49-F238E27FC236}">
                    <a16:creationId xmlns:a16="http://schemas.microsoft.com/office/drawing/2014/main" id="{0B51ACBA-368A-4109-72F6-1E96AE3C3B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53528" y="2027155"/>
                <a:ext cx="6161260" cy="2269880"/>
              </a:xfrm>
              <a:prstGeom prst="rect">
                <a:avLst/>
              </a:prstGeom>
            </p:spPr>
            <p:txBody>
              <a:bodyPr spcFirstLastPara="1" wrap="square" lIns="91425" tIns="0" rIns="91425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=&gt; </m:t>
                          </m:r>
                          <m:r>
                            <a:rPr lang="en-US" sz="1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𝑠𝑝</m:t>
                          </m:r>
                        </m:sub>
                      </m:sSub>
                      <m:r>
                        <a:rPr lang="en-US" sz="1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=0.1697</m:t>
                      </m:r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𝑠𝑖𝑙</m:t>
                          </m:r>
                        </m:sub>
                      </m:sSub>
                      <m:r>
                        <a:rPr lang="en-US" sz="1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=0.0014</m:t>
                      </m:r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𝑠𝑝</m:t>
                          </m:r>
                        </m:sub>
                      </m:sSub>
                      <m:r>
                        <a:rPr lang="en-US" sz="1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=0.2071</m:t>
                      </m:r>
                      <m:r>
                        <a:rPr lang="en-US" sz="1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𝑠𝑖𝑙</m:t>
                          </m:r>
                        </m:sub>
                      </m:sSub>
                      <m:r>
                        <a:rPr lang="en-US" sz="1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=0.0235</m:t>
                      </m:r>
                    </m:oMath>
                  </m:oMathPara>
                </a14:m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  <a:p>
                <a:pPr algn="just">
                  <a:spcAft>
                    <a:spcPts val="600"/>
                  </a:spcAft>
                  <a:buClr>
                    <a:schemeClr val="bg1"/>
                  </a:buClr>
                </a:pP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Substituting these values into the formula above, we calculate the optimal STE threshold to be: </a:t>
                </a:r>
                <a:b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</a:br>
                <a:r>
                  <a:rPr lang="en-US" sz="1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x = </a:t>
                </a:r>
                <a:r>
                  <a:rPr lang="en-US" sz="1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0.0522</a:t>
                </a:r>
                <a14:m>
                  <m:oMath xmlns:m="http://schemas.openxmlformats.org/officeDocument/2006/math">
                    <m:r>
                      <a:rPr lang="en-US" sz="1800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8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>
          <p:sp>
            <p:nvSpPr>
              <p:cNvPr id="1031" name="Google Shape;1040;p31">
                <a:extLst>
                  <a:ext uri="{FF2B5EF4-FFF2-40B4-BE49-F238E27FC236}">
                    <a16:creationId xmlns:a16="http://schemas.microsoft.com/office/drawing/2014/main" id="{0B51ACBA-368A-4109-72F6-1E96AE3C3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3528" y="2027155"/>
                <a:ext cx="6161260" cy="2269880"/>
              </a:xfrm>
              <a:prstGeom prst="rect">
                <a:avLst/>
              </a:prstGeom>
              <a:blipFill>
                <a:blip r:embed="rId3"/>
                <a:stretch>
                  <a:fillRect l="-891" r="-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3" name="Rectangle: Rounded Corners 1032">
            <a:extLst>
              <a:ext uri="{FF2B5EF4-FFF2-40B4-BE49-F238E27FC236}">
                <a16:creationId xmlns:a16="http://schemas.microsoft.com/office/drawing/2014/main" id="{D227C8CF-060C-53C9-86B1-CA3805A8F2C9}"/>
              </a:ext>
            </a:extLst>
          </p:cNvPr>
          <p:cNvSpPr/>
          <p:nvPr/>
        </p:nvSpPr>
        <p:spPr>
          <a:xfrm>
            <a:off x="2268807" y="1998656"/>
            <a:ext cx="6151676" cy="2298379"/>
          </a:xfrm>
          <a:prstGeom prst="roundRect">
            <a:avLst>
              <a:gd name="adj" fmla="val 5150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!!1">
            <a:extLst>
              <a:ext uri="{FF2B5EF4-FFF2-40B4-BE49-F238E27FC236}">
                <a16:creationId xmlns:a16="http://schemas.microsoft.com/office/drawing/2014/main" id="{4B1DF166-3421-EDF6-0DCC-E4A86A6645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8C01115-17BC-B4D1-45E6-356F13035F56}"/>
              </a:ext>
            </a:extLst>
          </p:cNvPr>
          <p:cNvSpPr/>
          <p:nvPr/>
        </p:nvSpPr>
        <p:spPr>
          <a:xfrm>
            <a:off x="3734823" y="825909"/>
            <a:ext cx="2643630" cy="9314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</p:spTree>
    <p:extLst>
      <p:ext uri="{BB962C8B-B14F-4D97-AF65-F5344CB8AC3E}">
        <p14:creationId xmlns:p14="http://schemas.microsoft.com/office/powerpoint/2010/main" val="16393131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8666BF7C-B410-A02B-34F1-E07E4B7FA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Google Shape;1042;p31">
            <a:extLst>
              <a:ext uri="{FF2B5EF4-FFF2-40B4-BE49-F238E27FC236}">
                <a16:creationId xmlns:a16="http://schemas.microsoft.com/office/drawing/2014/main" id="{59FEEEFC-AD00-C538-C7D6-0E2FCBC044FD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7C55CA8E-E461-189B-637D-76CF7308D339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959BFE75-73EB-F730-EC16-ECB57C0ED06A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9C50B2C6-0C05-F7A6-01A9-BAE3BF93112B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EAD47287-C813-1936-A3AB-4859E06BE81E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0B1C170-41CD-F539-4E18-F431C74B2819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3CEE5C8C-D1C6-75F3-7CAF-67A1693EB7BA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6C08B68-494E-81A6-61D2-396325263652}"/>
              </a:ext>
            </a:extLst>
          </p:cNvPr>
          <p:cNvSpPr/>
          <p:nvPr/>
        </p:nvSpPr>
        <p:spPr>
          <a:xfrm>
            <a:off x="612749" y="1091553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611C2465-41CE-8827-0A23-AF5CD172FEFD}"/>
              </a:ext>
            </a:extLst>
          </p:cNvPr>
          <p:cNvSpPr/>
          <p:nvPr/>
        </p:nvSpPr>
        <p:spPr>
          <a:xfrm>
            <a:off x="195718" y="1862079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C7D82C2-00AA-F6FF-C4A5-E0EF8DCC82B6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973201" y="1491728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!!6">
            <a:extLst>
              <a:ext uri="{FF2B5EF4-FFF2-40B4-BE49-F238E27FC236}">
                <a16:creationId xmlns:a16="http://schemas.microsoft.com/office/drawing/2014/main" id="{81F4082D-052A-EC39-AE11-2FA268A1BE9D}"/>
              </a:ext>
            </a:extLst>
          </p:cNvPr>
          <p:cNvSpPr/>
          <p:nvPr/>
        </p:nvSpPr>
        <p:spPr>
          <a:xfrm>
            <a:off x="199608" y="2645425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8F28CE7-5265-E9A6-E9A0-DE5E65C0F342}"/>
              </a:ext>
            </a:extLst>
          </p:cNvPr>
          <p:cNvCxnSpPr>
            <a:cxnSpLocks/>
            <a:stCxn id="5" idx="4"/>
            <a:endCxn id="18" idx="0"/>
          </p:cNvCxnSpPr>
          <p:nvPr/>
        </p:nvCxnSpPr>
        <p:spPr>
          <a:xfrm flipH="1">
            <a:off x="967506" y="2262907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7">
            <a:extLst>
              <a:ext uri="{FF2B5EF4-FFF2-40B4-BE49-F238E27FC236}">
                <a16:creationId xmlns:a16="http://schemas.microsoft.com/office/drawing/2014/main" id="{5791AEAA-87D8-B60D-FE55-7B995511475F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>
            <a:off x="967506" y="3147846"/>
            <a:ext cx="4209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!!5">
            <a:extLst>
              <a:ext uri="{FF2B5EF4-FFF2-40B4-BE49-F238E27FC236}">
                <a16:creationId xmlns:a16="http://schemas.microsoft.com/office/drawing/2014/main" id="{C1AECC0A-54E3-7829-68F6-DDA3642F7926}"/>
              </a:ext>
            </a:extLst>
          </p:cNvPr>
          <p:cNvSpPr/>
          <p:nvPr/>
        </p:nvSpPr>
        <p:spPr>
          <a:xfrm>
            <a:off x="199926" y="3506274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8C76265-68FF-BACF-C214-6FE78AD41254}"/>
              </a:ext>
            </a:extLst>
          </p:cNvPr>
          <p:cNvSpPr/>
          <p:nvPr/>
        </p:nvSpPr>
        <p:spPr>
          <a:xfrm>
            <a:off x="195718" y="4379168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value STE and ZCR of each frame.</a:t>
            </a:r>
          </a:p>
        </p:txBody>
      </p:sp>
      <p:cxnSp>
        <p:nvCxnSpPr>
          <p:cNvPr id="28" name="Straight Arrow Connector 7">
            <a:extLst>
              <a:ext uri="{FF2B5EF4-FFF2-40B4-BE49-F238E27FC236}">
                <a16:creationId xmlns:a16="http://schemas.microsoft.com/office/drawing/2014/main" id="{0F6B5333-1D18-1DED-1BA5-EB97B37DDA83}"/>
              </a:ext>
            </a:extLst>
          </p:cNvPr>
          <p:cNvCxnSpPr>
            <a:cxnSpLocks/>
            <a:stCxn id="25" idx="3"/>
            <a:endCxn id="31" idx="1"/>
          </p:cNvCxnSpPr>
          <p:nvPr/>
        </p:nvCxnSpPr>
        <p:spPr>
          <a:xfrm>
            <a:off x="1739295" y="4630379"/>
            <a:ext cx="300191" cy="4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5">
            <a:extLst>
              <a:ext uri="{FF2B5EF4-FFF2-40B4-BE49-F238E27FC236}">
                <a16:creationId xmlns:a16="http://schemas.microsoft.com/office/drawing/2014/main" id="{0FDD318F-4E1B-1690-2829-EF06873F6B44}"/>
              </a:ext>
            </a:extLst>
          </p:cNvPr>
          <p:cNvCxnSpPr>
            <a:cxnSpLocks/>
          </p:cNvCxnSpPr>
          <p:nvPr/>
        </p:nvCxnSpPr>
        <p:spPr>
          <a:xfrm flipH="1">
            <a:off x="967507" y="3996782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296A903B-EDF1-A5D8-9DBF-F8D5EFCCF39C}"/>
              </a:ext>
            </a:extLst>
          </p:cNvPr>
          <p:cNvSpPr/>
          <p:nvPr/>
        </p:nvSpPr>
        <p:spPr>
          <a:xfrm>
            <a:off x="2039486" y="4380071"/>
            <a:ext cx="1687555" cy="50151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  <p:sp>
        <p:nvSpPr>
          <p:cNvPr id="1031" name="Parallelogram 1030">
            <a:extLst>
              <a:ext uri="{FF2B5EF4-FFF2-40B4-BE49-F238E27FC236}">
                <a16:creationId xmlns:a16="http://schemas.microsoft.com/office/drawing/2014/main" id="{6711519F-8066-E3D7-7A70-BF6629C152AC}"/>
              </a:ext>
            </a:extLst>
          </p:cNvPr>
          <p:cNvSpPr/>
          <p:nvPr/>
        </p:nvSpPr>
        <p:spPr>
          <a:xfrm>
            <a:off x="2188021" y="3608711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Thresholds T1 and T2.</a:t>
            </a:r>
          </a:p>
        </p:txBody>
      </p:sp>
      <p:cxnSp>
        <p:nvCxnSpPr>
          <p:cNvPr id="1032" name="Straight Arrow Connector 1031">
            <a:extLst>
              <a:ext uri="{FF2B5EF4-FFF2-40B4-BE49-F238E27FC236}">
                <a16:creationId xmlns:a16="http://schemas.microsoft.com/office/drawing/2014/main" id="{02E30293-F052-BFBA-DAF8-2B1458C90C77}"/>
              </a:ext>
            </a:extLst>
          </p:cNvPr>
          <p:cNvCxnSpPr>
            <a:cxnSpLocks/>
            <a:stCxn id="31" idx="0"/>
            <a:endCxn id="1031" idx="4"/>
          </p:cNvCxnSpPr>
          <p:nvPr/>
        </p:nvCxnSpPr>
        <p:spPr>
          <a:xfrm flipH="1" flipV="1">
            <a:off x="2881726" y="3996782"/>
            <a:ext cx="1538" cy="38328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3" name="Oval 1032">
            <a:extLst>
              <a:ext uri="{FF2B5EF4-FFF2-40B4-BE49-F238E27FC236}">
                <a16:creationId xmlns:a16="http://schemas.microsoft.com/office/drawing/2014/main" id="{DAB9F8C1-F22E-EB66-ADD5-424EB3A13056}"/>
              </a:ext>
            </a:extLst>
          </p:cNvPr>
          <p:cNvSpPr/>
          <p:nvPr/>
        </p:nvSpPr>
        <p:spPr>
          <a:xfrm>
            <a:off x="2520071" y="2845272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034" name="Straight Arrow Connector 1033">
            <a:extLst>
              <a:ext uri="{FF2B5EF4-FFF2-40B4-BE49-F238E27FC236}">
                <a16:creationId xmlns:a16="http://schemas.microsoft.com/office/drawing/2014/main" id="{BFD9C9A7-53BB-5A7D-A3FB-3A56FC76A221}"/>
              </a:ext>
            </a:extLst>
          </p:cNvPr>
          <p:cNvCxnSpPr>
            <a:cxnSpLocks/>
            <a:stCxn id="1031" idx="0"/>
            <a:endCxn id="1033" idx="4"/>
          </p:cNvCxnSpPr>
          <p:nvPr/>
        </p:nvCxnSpPr>
        <p:spPr>
          <a:xfrm flipH="1" flipV="1">
            <a:off x="2881725" y="3245978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8" name="!!1">
            <a:extLst>
              <a:ext uri="{FF2B5EF4-FFF2-40B4-BE49-F238E27FC236}">
                <a16:creationId xmlns:a16="http://schemas.microsoft.com/office/drawing/2014/main" id="{5C6CDB13-C01B-D120-6441-203AA1B67A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3722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F2D9E79-9D29-4739-A370-0800BBFF2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!!2">
            <a:extLst>
              <a:ext uri="{FF2B5EF4-FFF2-40B4-BE49-F238E27FC236}">
                <a16:creationId xmlns:a16="http://schemas.microsoft.com/office/drawing/2014/main" id="{FAF722EF-0244-803A-F643-95A7AF85493B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FE54C7A3-AFDB-13B6-B614-CAA92DF85620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AB4A0000-657A-2710-636C-B5BCC8026539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A3DC27EC-2DB5-7840-6895-7C46D766DBF7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7CBD8FD1-42CE-DC9D-5912-429D80FCD534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6991BCA7-435F-2164-F20F-0ED399AC3DF7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20FD728A-6CE2-4EC3-AE51-DB1B20C10747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52226A-B1D8-53CB-A357-5AD9CE009B98}"/>
              </a:ext>
            </a:extLst>
          </p:cNvPr>
          <p:cNvSpPr/>
          <p:nvPr/>
        </p:nvSpPr>
        <p:spPr>
          <a:xfrm>
            <a:off x="3348265" y="897194"/>
            <a:ext cx="723307" cy="400175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78C2640F-9CE9-6BF8-F441-092D181223F8}"/>
              </a:ext>
            </a:extLst>
          </p:cNvPr>
          <p:cNvSpPr/>
          <p:nvPr/>
        </p:nvSpPr>
        <p:spPr>
          <a:xfrm>
            <a:off x="2931234" y="1667720"/>
            <a:ext cx="1554965" cy="40082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9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E88466C-2FB7-9BFA-8079-6A3EB7AD3468}"/>
              </a:ext>
            </a:extLst>
          </p:cNvPr>
          <p:cNvCxnSpPr>
            <a:cxnSpLocks/>
            <a:stCxn id="2" idx="4"/>
            <a:endCxn id="3" idx="0"/>
          </p:cNvCxnSpPr>
          <p:nvPr/>
        </p:nvCxnSpPr>
        <p:spPr>
          <a:xfrm flipH="1">
            <a:off x="3708717" y="1297369"/>
            <a:ext cx="1202" cy="3703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!!6">
            <a:extLst>
              <a:ext uri="{FF2B5EF4-FFF2-40B4-BE49-F238E27FC236}">
                <a16:creationId xmlns:a16="http://schemas.microsoft.com/office/drawing/2014/main" id="{4123A41F-F55A-FC65-3D2E-CE9413746BFB}"/>
              </a:ext>
            </a:extLst>
          </p:cNvPr>
          <p:cNvSpPr/>
          <p:nvPr/>
        </p:nvSpPr>
        <p:spPr>
          <a:xfrm>
            <a:off x="2935124" y="2451066"/>
            <a:ext cx="1535796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C1AFEBB-F59D-A216-8304-879E1297C344}"/>
              </a:ext>
            </a:extLst>
          </p:cNvPr>
          <p:cNvCxnSpPr>
            <a:cxnSpLocks/>
            <a:stCxn id="3" idx="4"/>
            <a:endCxn id="5" idx="0"/>
          </p:cNvCxnSpPr>
          <p:nvPr/>
        </p:nvCxnSpPr>
        <p:spPr>
          <a:xfrm flipH="1">
            <a:off x="3703022" y="2068548"/>
            <a:ext cx="5695" cy="38251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7">
            <a:extLst>
              <a:ext uri="{FF2B5EF4-FFF2-40B4-BE49-F238E27FC236}">
                <a16:creationId xmlns:a16="http://schemas.microsoft.com/office/drawing/2014/main" id="{6BFC2204-A732-E3A6-55B2-E72D7B214CFA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703022" y="2953487"/>
            <a:ext cx="4209" cy="35842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!!5">
            <a:extLst>
              <a:ext uri="{FF2B5EF4-FFF2-40B4-BE49-F238E27FC236}">
                <a16:creationId xmlns:a16="http://schemas.microsoft.com/office/drawing/2014/main" id="{93BBA45B-46D6-B315-4A37-2AFA354BCD4D}"/>
              </a:ext>
            </a:extLst>
          </p:cNvPr>
          <p:cNvSpPr/>
          <p:nvPr/>
        </p:nvSpPr>
        <p:spPr>
          <a:xfrm>
            <a:off x="2935442" y="3311915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0D9B8F-42E9-0E6A-DDAD-75FE817432D4}"/>
              </a:ext>
            </a:extLst>
          </p:cNvPr>
          <p:cNvSpPr/>
          <p:nvPr/>
        </p:nvSpPr>
        <p:spPr>
          <a:xfrm>
            <a:off x="2931234" y="4184809"/>
            <a:ext cx="1543577" cy="50242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Calculate value STE and ZCR of each frame.</a:t>
            </a:r>
          </a:p>
        </p:txBody>
      </p:sp>
      <p:cxnSp>
        <p:nvCxnSpPr>
          <p:cNvPr id="10" name="Straight Arrow Connector 7">
            <a:extLst>
              <a:ext uri="{FF2B5EF4-FFF2-40B4-BE49-F238E27FC236}">
                <a16:creationId xmlns:a16="http://schemas.microsoft.com/office/drawing/2014/main" id="{ADF7AA1E-523D-0361-5A5A-C583C3BEC8FA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4474811" y="4436020"/>
            <a:ext cx="300191" cy="45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5">
            <a:extLst>
              <a:ext uri="{FF2B5EF4-FFF2-40B4-BE49-F238E27FC236}">
                <a16:creationId xmlns:a16="http://schemas.microsoft.com/office/drawing/2014/main" id="{5BC50775-6E5E-653B-BCCD-7E316CBCF0E2}"/>
              </a:ext>
            </a:extLst>
          </p:cNvPr>
          <p:cNvCxnSpPr>
            <a:cxnSpLocks/>
          </p:cNvCxnSpPr>
          <p:nvPr/>
        </p:nvCxnSpPr>
        <p:spPr>
          <a:xfrm flipH="1">
            <a:off x="3703023" y="3802423"/>
            <a:ext cx="1803" cy="38238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10FA8591-A87F-E8C7-E515-01253A754C32}"/>
              </a:ext>
            </a:extLst>
          </p:cNvPr>
          <p:cNvSpPr/>
          <p:nvPr/>
        </p:nvSpPr>
        <p:spPr>
          <a:xfrm>
            <a:off x="4775002" y="4185712"/>
            <a:ext cx="1687555" cy="50151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8FCCB0F2-D09C-C5CA-0126-458363899F2C}"/>
              </a:ext>
            </a:extLst>
          </p:cNvPr>
          <p:cNvSpPr/>
          <p:nvPr/>
        </p:nvSpPr>
        <p:spPr>
          <a:xfrm>
            <a:off x="4923537" y="3414352"/>
            <a:ext cx="1387409" cy="388071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Thresholds T1 and T2.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9218C9-5CBF-602E-8899-477A76CAFE18}"/>
              </a:ext>
            </a:extLst>
          </p:cNvPr>
          <p:cNvCxnSpPr>
            <a:cxnSpLocks/>
            <a:stCxn id="12" idx="0"/>
            <a:endCxn id="13" idx="4"/>
          </p:cNvCxnSpPr>
          <p:nvPr/>
        </p:nvCxnSpPr>
        <p:spPr>
          <a:xfrm flipH="1" flipV="1">
            <a:off x="5617242" y="3802423"/>
            <a:ext cx="1538" cy="38328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A23521BA-8A58-2E91-C7E7-A5D8CD5FE292}"/>
              </a:ext>
            </a:extLst>
          </p:cNvPr>
          <p:cNvSpPr/>
          <p:nvPr/>
        </p:nvSpPr>
        <p:spPr>
          <a:xfrm>
            <a:off x="5255587" y="2650913"/>
            <a:ext cx="723307" cy="400706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E061B10-B456-C9C7-3657-B384FF9E6BE1}"/>
              </a:ext>
            </a:extLst>
          </p:cNvPr>
          <p:cNvCxnSpPr>
            <a:cxnSpLocks/>
            <a:stCxn id="13" idx="0"/>
            <a:endCxn id="15" idx="4"/>
          </p:cNvCxnSpPr>
          <p:nvPr/>
        </p:nvCxnSpPr>
        <p:spPr>
          <a:xfrm flipH="1" flipV="1">
            <a:off x="5617241" y="3051619"/>
            <a:ext cx="1" cy="362733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!!1">
            <a:extLst>
              <a:ext uri="{FF2B5EF4-FFF2-40B4-BE49-F238E27FC236}">
                <a16:creationId xmlns:a16="http://schemas.microsoft.com/office/drawing/2014/main" id="{F6046043-6449-2F7D-8F84-7482EE0D14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92507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B0E26CC-CECF-00BE-6D75-913EABB36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!!2">
            <a:extLst>
              <a:ext uri="{FF2B5EF4-FFF2-40B4-BE49-F238E27FC236}">
                <a16:creationId xmlns:a16="http://schemas.microsoft.com/office/drawing/2014/main" id="{1EB0FD6F-3D7F-9B83-246C-21F0BF446615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357F551B-AA48-D9C0-8FFA-60E2190CE438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D5F629F7-AA65-AFC9-D699-2EF6ED6B3E85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A1294531-A8FD-EF28-6C50-7455BBBFD044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3081A5BC-4F67-9D9C-4AD2-77B4DDBF3959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DC5529FF-127B-CC36-9290-AF6E8DFCBE6B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6ED35DD4-3BE1-A0D7-96EC-BA97AE4C0790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974287B-8BA3-9E16-D2FD-EBF9C6C29EF6}"/>
              </a:ext>
            </a:extLst>
          </p:cNvPr>
          <p:cNvSpPr/>
          <p:nvPr/>
        </p:nvSpPr>
        <p:spPr>
          <a:xfrm>
            <a:off x="1833044" y="762823"/>
            <a:ext cx="1581647" cy="640060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Start</a:t>
            </a:r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97A51C4E-A2DE-B367-5CDA-25D23DB23C69}"/>
              </a:ext>
            </a:extLst>
          </p:cNvPr>
          <p:cNvSpPr/>
          <p:nvPr/>
        </p:nvSpPr>
        <p:spPr>
          <a:xfrm>
            <a:off x="703047" y="1573682"/>
            <a:ext cx="3841641" cy="573904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Audio Signals </a:t>
            </a:r>
          </a:p>
          <a:p>
            <a:pPr algn="ctr"/>
            <a:r>
              <a:rPr lang="en-US" sz="1800" dirty="0">
                <a:latin typeface="Bahnschrift" panose="020B0502040204020203" pitchFamily="34" charset="0"/>
              </a:rPr>
              <a:t>(.wav and .lab files)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8D918BB-15B6-5C88-7642-5E312EFD25E2}"/>
              </a:ext>
            </a:extLst>
          </p:cNvPr>
          <p:cNvCxnSpPr>
            <a:cxnSpLocks/>
            <a:stCxn id="17" idx="4"/>
            <a:endCxn id="18" idx="0"/>
          </p:cNvCxnSpPr>
          <p:nvPr/>
        </p:nvCxnSpPr>
        <p:spPr>
          <a:xfrm>
            <a:off x="2623868" y="1402883"/>
            <a:ext cx="0" cy="170799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!!6">
            <a:extLst>
              <a:ext uri="{FF2B5EF4-FFF2-40B4-BE49-F238E27FC236}">
                <a16:creationId xmlns:a16="http://schemas.microsoft.com/office/drawing/2014/main" id="{68861F7A-DF5D-E562-5649-247154A2FB27}"/>
              </a:ext>
            </a:extLst>
          </p:cNvPr>
          <p:cNvSpPr/>
          <p:nvPr/>
        </p:nvSpPr>
        <p:spPr>
          <a:xfrm>
            <a:off x="726725" y="2357757"/>
            <a:ext cx="3794283" cy="71936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Break the signals into 25ms frames, 10ms shift.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02B9181-2ECE-1BBA-2EFC-278310B312E8}"/>
              </a:ext>
            </a:extLst>
          </p:cNvPr>
          <p:cNvCxnSpPr>
            <a:cxnSpLocks/>
            <a:stCxn id="18" idx="4"/>
            <a:endCxn id="20" idx="0"/>
          </p:cNvCxnSpPr>
          <p:nvPr/>
        </p:nvCxnSpPr>
        <p:spPr>
          <a:xfrm flipH="1">
            <a:off x="2623867" y="2147586"/>
            <a:ext cx="1" cy="21017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7">
            <a:extLst>
              <a:ext uri="{FF2B5EF4-FFF2-40B4-BE49-F238E27FC236}">
                <a16:creationId xmlns:a16="http://schemas.microsoft.com/office/drawing/2014/main" id="{767FF11C-C76C-842C-BDAE-0A456586CEAB}"/>
              </a:ext>
            </a:extLst>
          </p:cNvPr>
          <p:cNvCxnSpPr>
            <a:cxnSpLocks/>
            <a:stCxn id="20" idx="2"/>
            <a:endCxn id="24" idx="0"/>
          </p:cNvCxnSpPr>
          <p:nvPr/>
        </p:nvCxnSpPr>
        <p:spPr>
          <a:xfrm flipH="1">
            <a:off x="2623866" y="3077121"/>
            <a:ext cx="1" cy="21017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!!5">
            <a:extLst>
              <a:ext uri="{FF2B5EF4-FFF2-40B4-BE49-F238E27FC236}">
                <a16:creationId xmlns:a16="http://schemas.microsoft.com/office/drawing/2014/main" id="{3A6B7DD6-049B-8C05-C299-17CAE4AC4A7D}"/>
              </a:ext>
            </a:extLst>
          </p:cNvPr>
          <p:cNvSpPr/>
          <p:nvPr/>
        </p:nvSpPr>
        <p:spPr>
          <a:xfrm>
            <a:off x="717113" y="3287293"/>
            <a:ext cx="3813506" cy="71936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Use Hamming window to smoothen the edges of each frame.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6B7335-BB72-5905-05B7-005CBE7FC283}"/>
              </a:ext>
            </a:extLst>
          </p:cNvPr>
          <p:cNvSpPr/>
          <p:nvPr/>
        </p:nvSpPr>
        <p:spPr>
          <a:xfrm>
            <a:off x="717113" y="4220879"/>
            <a:ext cx="3813506" cy="71936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Calculate value STE and ZCR of each frame.</a:t>
            </a:r>
          </a:p>
        </p:txBody>
      </p:sp>
      <p:cxnSp>
        <p:nvCxnSpPr>
          <p:cNvPr id="26" name="Straight Arrow Connector 7">
            <a:extLst>
              <a:ext uri="{FF2B5EF4-FFF2-40B4-BE49-F238E27FC236}">
                <a16:creationId xmlns:a16="http://schemas.microsoft.com/office/drawing/2014/main" id="{DD9D555D-6EBA-C3E0-517F-124344016E1F}"/>
              </a:ext>
            </a:extLst>
          </p:cNvPr>
          <p:cNvCxnSpPr>
            <a:cxnSpLocks/>
            <a:stCxn id="25" idx="3"/>
            <a:endCxn id="28" idx="1"/>
          </p:cNvCxnSpPr>
          <p:nvPr/>
        </p:nvCxnSpPr>
        <p:spPr>
          <a:xfrm flipV="1">
            <a:off x="4530619" y="4579915"/>
            <a:ext cx="244383" cy="646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5">
            <a:extLst>
              <a:ext uri="{FF2B5EF4-FFF2-40B4-BE49-F238E27FC236}">
                <a16:creationId xmlns:a16="http://schemas.microsoft.com/office/drawing/2014/main" id="{822D521F-94E8-13E6-B492-AAB152E9D2F0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2623866" y="4006657"/>
            <a:ext cx="0" cy="214222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E826E6FB-3087-AB9C-1540-D5DE763CE95B}"/>
              </a:ext>
            </a:extLst>
          </p:cNvPr>
          <p:cNvSpPr/>
          <p:nvPr/>
        </p:nvSpPr>
        <p:spPr>
          <a:xfrm>
            <a:off x="4775002" y="4220879"/>
            <a:ext cx="4169213" cy="71807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Determine the speech threshold using normal distribution statistics</a:t>
            </a:r>
          </a:p>
        </p:txBody>
      </p:sp>
      <p:sp>
        <p:nvSpPr>
          <p:cNvPr id="29" name="Parallelogram 28">
            <a:extLst>
              <a:ext uri="{FF2B5EF4-FFF2-40B4-BE49-F238E27FC236}">
                <a16:creationId xmlns:a16="http://schemas.microsoft.com/office/drawing/2014/main" id="{DBB667BC-C967-1998-674C-B2CB202ED4A6}"/>
              </a:ext>
            </a:extLst>
          </p:cNvPr>
          <p:cNvSpPr/>
          <p:nvPr/>
        </p:nvSpPr>
        <p:spPr>
          <a:xfrm>
            <a:off x="4759944" y="3414353"/>
            <a:ext cx="4184271" cy="555638"/>
          </a:xfrm>
          <a:prstGeom prst="parallelogram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Thresholds T1 and T2.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8EA8AB7-4C65-1983-F04A-6D4709F0B04E}"/>
              </a:ext>
            </a:extLst>
          </p:cNvPr>
          <p:cNvCxnSpPr>
            <a:cxnSpLocks/>
            <a:stCxn id="28" idx="0"/>
            <a:endCxn id="29" idx="4"/>
          </p:cNvCxnSpPr>
          <p:nvPr/>
        </p:nvCxnSpPr>
        <p:spPr>
          <a:xfrm flipH="1" flipV="1">
            <a:off x="6852080" y="3969991"/>
            <a:ext cx="7529" cy="250888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D6FC227B-538A-179A-79D4-85EE43ECC8EF}"/>
              </a:ext>
            </a:extLst>
          </p:cNvPr>
          <p:cNvSpPr/>
          <p:nvPr/>
        </p:nvSpPr>
        <p:spPr>
          <a:xfrm>
            <a:off x="6087565" y="2571750"/>
            <a:ext cx="1529028" cy="592732"/>
          </a:xfrm>
          <a:prstGeom prst="ellipse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latin typeface="Bahnschrift" panose="020B0502040204020203" pitchFamily="34" charset="0"/>
              </a:rPr>
              <a:t>End</a:t>
            </a:r>
          </a:p>
        </p:txBody>
      </p:sp>
      <p:cxnSp>
        <p:nvCxnSpPr>
          <p:cNvPr id="1344" name="Straight Arrow Connector 1343">
            <a:extLst>
              <a:ext uri="{FF2B5EF4-FFF2-40B4-BE49-F238E27FC236}">
                <a16:creationId xmlns:a16="http://schemas.microsoft.com/office/drawing/2014/main" id="{D11DA457-2966-A047-E012-6AAD7039B18E}"/>
              </a:ext>
            </a:extLst>
          </p:cNvPr>
          <p:cNvCxnSpPr>
            <a:cxnSpLocks/>
            <a:stCxn id="29" idx="0"/>
            <a:endCxn id="31" idx="4"/>
          </p:cNvCxnSpPr>
          <p:nvPr/>
        </p:nvCxnSpPr>
        <p:spPr>
          <a:xfrm flipH="1" flipV="1">
            <a:off x="6852079" y="3164482"/>
            <a:ext cx="1" cy="249871"/>
          </a:xfrm>
          <a:prstGeom prst="straightConnector1">
            <a:avLst/>
          </a:prstGeom>
          <a:ln w="254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" name="!!1">
            <a:extLst>
              <a:ext uri="{FF2B5EF4-FFF2-40B4-BE49-F238E27FC236}">
                <a16:creationId xmlns:a16="http://schemas.microsoft.com/office/drawing/2014/main" id="{78FB2BBF-8DAF-7ACB-A81E-5391AD9A72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81632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2160FAB9-306C-F79A-3320-9FC2DFD00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2" name="!!2">
            <a:extLst>
              <a:ext uri="{FF2B5EF4-FFF2-40B4-BE49-F238E27FC236}">
                <a16:creationId xmlns:a16="http://schemas.microsoft.com/office/drawing/2014/main" id="{BB70BF9B-1A3D-4957-A083-C38139CFB43D}"/>
              </a:ext>
            </a:extLst>
          </p:cNvPr>
          <p:cNvGrpSpPr/>
          <p:nvPr/>
        </p:nvGrpSpPr>
        <p:grpSpPr>
          <a:xfrm>
            <a:off x="1603466" y="612293"/>
            <a:ext cx="5921700" cy="192184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2A47C6C5-6D49-5711-4F28-24FD4696248F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06C408AA-1DB3-5A3E-713D-FC2A06D61BBF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9E1C05D7-E3A4-005B-1241-2002C8184CDA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A9420990-0843-424A-5016-A37EDBD311F9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C3D8EE94-9CC0-E93B-31F9-0313276CF41E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D7BFEED8-6359-F466-17E7-36412FD8456E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8726717-2356-F347-65F3-D82CB867D7BA}"/>
              </a:ext>
            </a:extLst>
          </p:cNvPr>
          <p:cNvSpPr/>
          <p:nvPr/>
        </p:nvSpPr>
        <p:spPr>
          <a:xfrm>
            <a:off x="485702" y="3629452"/>
            <a:ext cx="8416130" cy="1338761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1497;p43">
            <a:extLst>
              <a:ext uri="{FF2B5EF4-FFF2-40B4-BE49-F238E27FC236}">
                <a16:creationId xmlns:a16="http://schemas.microsoft.com/office/drawing/2014/main" id="{BA73E170-0E1E-810D-4713-CB828AF178A4}"/>
              </a:ext>
            </a:extLst>
          </p:cNvPr>
          <p:cNvSpPr txBox="1">
            <a:spLocks/>
          </p:cNvSpPr>
          <p:nvPr/>
        </p:nvSpPr>
        <p:spPr>
          <a:xfrm>
            <a:off x="533173" y="3561855"/>
            <a:ext cx="8357254" cy="1566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>
              <a:spcAft>
                <a:spcPts val="600"/>
              </a:spcAft>
            </a:pPr>
            <a:r>
              <a:rPr lang="fr-FR" dirty="0" err="1">
                <a:solidFill>
                  <a:schemeClr val="accent6"/>
                </a:solidFill>
              </a:rPr>
              <a:t>Repeat</a:t>
            </a:r>
            <a:r>
              <a:rPr lang="fr-FR" dirty="0">
                <a:solidFill>
                  <a:schemeClr val="accent6"/>
                </a:solidFill>
              </a:rPr>
              <a:t> the </a:t>
            </a:r>
            <a:r>
              <a:rPr lang="fr-FR" dirty="0" err="1">
                <a:solidFill>
                  <a:schemeClr val="accent6"/>
                </a:solidFill>
              </a:rPr>
              <a:t>algorithm</a:t>
            </a:r>
            <a:r>
              <a:rPr lang="fr-FR" dirty="0">
                <a:solidFill>
                  <a:schemeClr val="accent6"/>
                </a:solidFill>
              </a:rPr>
              <a:t> for </a:t>
            </a:r>
            <a:r>
              <a:rPr lang="fr-FR" dirty="0" err="1">
                <a:solidFill>
                  <a:schemeClr val="accent6"/>
                </a:solidFill>
              </a:rPr>
              <a:t>each</a:t>
            </a:r>
            <a:r>
              <a:rPr lang="fr-FR" dirty="0">
                <a:solidFill>
                  <a:schemeClr val="accent6"/>
                </a:solidFill>
              </a:rPr>
              <a:t> Testing signal. After </a:t>
            </a:r>
            <a:r>
              <a:rPr lang="fr-FR" dirty="0" err="1">
                <a:solidFill>
                  <a:schemeClr val="accent6"/>
                </a:solidFill>
              </a:rPr>
              <a:t>computing</a:t>
            </a:r>
            <a:r>
              <a:rPr lang="fr-FR" dirty="0">
                <a:solidFill>
                  <a:schemeClr val="accent6"/>
                </a:solidFill>
              </a:rPr>
              <a:t> the value STE, for </a:t>
            </a:r>
            <a:r>
              <a:rPr lang="fr-FR" dirty="0" err="1">
                <a:solidFill>
                  <a:schemeClr val="accent6"/>
                </a:solidFill>
              </a:rPr>
              <a:t>each</a:t>
            </a:r>
            <a:r>
              <a:rPr lang="fr-FR" dirty="0">
                <a:solidFill>
                  <a:schemeClr val="accent6"/>
                </a:solidFill>
              </a:rPr>
              <a:t> frame: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accent6"/>
                </a:solidFill>
              </a:rPr>
              <a:t>If STE &gt; </a:t>
            </a:r>
            <a:r>
              <a:rPr lang="fr-FR" b="1" dirty="0" err="1">
                <a:solidFill>
                  <a:schemeClr val="accent6"/>
                </a:solidFill>
              </a:rPr>
              <a:t>Threshold</a:t>
            </a:r>
            <a:r>
              <a:rPr lang="fr-FR" b="1" dirty="0">
                <a:solidFill>
                  <a:schemeClr val="accent6"/>
                </a:solidFill>
              </a:rPr>
              <a:t> =&gt; Speech.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b="1" dirty="0" err="1">
                <a:solidFill>
                  <a:schemeClr val="accent6"/>
                </a:solidFill>
              </a:rPr>
              <a:t>Otherwise</a:t>
            </a:r>
            <a:r>
              <a:rPr lang="fr-FR" b="1" dirty="0">
                <a:solidFill>
                  <a:schemeClr val="accent6"/>
                </a:solidFill>
              </a:rPr>
              <a:t> =&gt; Silence.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F393CB-B2F3-F576-8257-8A919DE756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5173" y="785746"/>
            <a:ext cx="5013654" cy="2727612"/>
          </a:xfrm>
          <a:prstGeom prst="rect">
            <a:avLst/>
          </a:prstGeom>
        </p:spPr>
      </p:pic>
      <p:sp>
        <p:nvSpPr>
          <p:cNvPr id="9" name="!!1">
            <a:extLst>
              <a:ext uri="{FF2B5EF4-FFF2-40B4-BE49-F238E27FC236}">
                <a16:creationId xmlns:a16="http://schemas.microsoft.com/office/drawing/2014/main" id="{3E590720-7FC0-C238-D1E1-F6DBE93F25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3201" y="110819"/>
            <a:ext cx="75783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STATISTICS: </a:t>
            </a:r>
            <a:r>
              <a:rPr lang="en" dirty="0">
                <a:solidFill>
                  <a:schemeClr val="bg1">
                    <a:lumMod val="50000"/>
                  </a:schemeClr>
                </a:solidFill>
              </a:rPr>
              <a:t>IDEA</a:t>
            </a:r>
            <a:endParaRPr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41709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0CE0C70-DA73-8100-17B3-92D0AFF91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1">
            <a:extLst>
              <a:ext uri="{FF2B5EF4-FFF2-40B4-BE49-F238E27FC236}">
                <a16:creationId xmlns:a16="http://schemas.microsoft.com/office/drawing/2014/main" id="{3E59D9E5-9E4C-1913-2331-E9CB1A8A491A}"/>
              </a:ext>
            </a:extLst>
          </p:cNvPr>
          <p:cNvSpPr txBox="1">
            <a:spLocks/>
          </p:cNvSpPr>
          <p:nvPr/>
        </p:nvSpPr>
        <p:spPr>
          <a:xfrm>
            <a:off x="1732834" y="110819"/>
            <a:ext cx="6818667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dirty="0"/>
              <a:t>SIMPLE STATISTICS: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RESULTS</a:t>
            </a:r>
          </a:p>
        </p:txBody>
      </p:sp>
      <p:grpSp>
        <p:nvGrpSpPr>
          <p:cNvPr id="1042" name="!!2">
            <a:extLst>
              <a:ext uri="{FF2B5EF4-FFF2-40B4-BE49-F238E27FC236}">
                <a16:creationId xmlns:a16="http://schemas.microsoft.com/office/drawing/2014/main" id="{66391D4C-3CBE-920C-51D6-5CA7335390C5}"/>
              </a:ext>
            </a:extLst>
          </p:cNvPr>
          <p:cNvGrpSpPr/>
          <p:nvPr/>
        </p:nvGrpSpPr>
        <p:grpSpPr>
          <a:xfrm>
            <a:off x="1603465" y="563698"/>
            <a:ext cx="6418665" cy="240779"/>
            <a:chOff x="902597" y="1069304"/>
            <a:chExt cx="5921700" cy="192184"/>
          </a:xfrm>
        </p:grpSpPr>
        <p:grpSp>
          <p:nvGrpSpPr>
            <p:cNvPr id="1043" name="Google Shape;1043;p31">
              <a:extLst>
                <a:ext uri="{FF2B5EF4-FFF2-40B4-BE49-F238E27FC236}">
                  <a16:creationId xmlns:a16="http://schemas.microsoft.com/office/drawing/2014/main" id="{69ABFDDC-478C-9F22-B6BE-F0846409F1A1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44" name="Google Shape;1044;p31">
                <a:extLst>
                  <a:ext uri="{FF2B5EF4-FFF2-40B4-BE49-F238E27FC236}">
                    <a16:creationId xmlns:a16="http://schemas.microsoft.com/office/drawing/2014/main" id="{60CDA713-5BC7-D664-79B7-90B1277FB73E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45" name="Google Shape;1045;p31">
                <a:extLst>
                  <a:ext uri="{FF2B5EF4-FFF2-40B4-BE49-F238E27FC236}">
                    <a16:creationId xmlns:a16="http://schemas.microsoft.com/office/drawing/2014/main" id="{063F9434-F149-C5AA-D4AB-AA186DDEF491}"/>
                  </a:ext>
                </a:extLst>
              </p:cNvPr>
              <p:cNvCxnSpPr>
                <a:stCxn id="1046" idx="6"/>
                <a:endCxn id="1047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7" name="Google Shape;1047;p31">
                <a:extLst>
                  <a:ext uri="{FF2B5EF4-FFF2-40B4-BE49-F238E27FC236}">
                    <a16:creationId xmlns:a16="http://schemas.microsoft.com/office/drawing/2014/main" id="{8D4DEBBF-3CFD-1228-B991-F67B7A1A0A83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6" name="Google Shape;1046;p31">
              <a:extLst>
                <a:ext uri="{FF2B5EF4-FFF2-40B4-BE49-F238E27FC236}">
                  <a16:creationId xmlns:a16="http://schemas.microsoft.com/office/drawing/2014/main" id="{E3DB2841-F27A-D801-8CC4-BB730A5647D8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EAD894E0-092F-0A2E-1025-63AD6C4EA5A2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0BF49CB5-5184-E040-26D1-67BCC4FF0894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14CFA07B-A07E-0AC1-393E-A416681F4012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2C7CB247-3C84-2974-2E1E-4DE7B8D3E4C5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ADB8D99F-2292-B73F-D369-8B6C7AE53BFE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94DE0658-6E09-5741-B22D-A44BFC1BE94D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E5B0205B-FE71-2B3A-1663-C46030DC6192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CFE2F6E5-F5C7-4DFD-9977-F0F006E0DE10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944905E6-0691-3573-8347-457ECEC198F5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448F9704-8A20-096F-3C90-88246922F7EB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19D4FEA4-F983-C3C5-44B6-EA7753C56F8C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19DAF56D-EB20-7336-DED8-D311E16D6531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DA0D4D15-FB6F-59A3-2810-AC79384E59BE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3" name="Google Shape;1039;p31">
            <a:extLst>
              <a:ext uri="{FF2B5EF4-FFF2-40B4-BE49-F238E27FC236}">
                <a16:creationId xmlns:a16="http://schemas.microsoft.com/office/drawing/2014/main" id="{AC3EE613-572A-DE38-A53C-D4DD9ABD1C61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BF398E-26B9-29BF-6DE8-B359D2D514EF}"/>
              </a:ext>
            </a:extLst>
          </p:cNvPr>
          <p:cNvSpPr/>
          <p:nvPr/>
        </p:nvSpPr>
        <p:spPr>
          <a:xfrm>
            <a:off x="217259" y="3196143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6DA426-6D59-21A7-2182-21909C8B50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7260" y="811291"/>
            <a:ext cx="4194462" cy="22819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464D44-7B3A-F623-989D-5ACC817AA1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25646" y="831059"/>
            <a:ext cx="4194463" cy="228194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7ADD254-2E6A-AC78-C706-895DC65FCBDA}"/>
              </a:ext>
            </a:extLst>
          </p:cNvPr>
          <p:cNvSpPr txBox="1"/>
          <p:nvPr/>
        </p:nvSpPr>
        <p:spPr>
          <a:xfrm>
            <a:off x="210627" y="3215937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15ms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21.2ms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Highly accurate, very few errors.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STE effectively captures low-frequency male voice energy. Error is due to frame shift.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D89E748-77C0-B351-6C17-829379214165}"/>
              </a:ext>
            </a:extLst>
          </p:cNvPr>
          <p:cNvSpPr/>
          <p:nvPr/>
        </p:nvSpPr>
        <p:spPr>
          <a:xfrm>
            <a:off x="4732278" y="3180969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4C5D67-D7EF-73F1-13E9-D5E54A96A756}"/>
              </a:ext>
            </a:extLst>
          </p:cNvPr>
          <p:cNvSpPr txBox="1"/>
          <p:nvPr/>
        </p:nvSpPr>
        <p:spPr>
          <a:xfrm>
            <a:off x="4725646" y="3200763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60ms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60.8ms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Boundary deviation and shifting at speech edges.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Female voices contain unvoiced sounds (low STE) at word edges, causing early or late cuts.</a:t>
            </a:r>
          </a:p>
        </p:txBody>
      </p:sp>
    </p:spTree>
    <p:extLst>
      <p:ext uri="{BB962C8B-B14F-4D97-AF65-F5344CB8AC3E}">
        <p14:creationId xmlns:p14="http://schemas.microsoft.com/office/powerpoint/2010/main" val="3121669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6">
          <a:extLst>
            <a:ext uri="{FF2B5EF4-FFF2-40B4-BE49-F238E27FC236}">
              <a16:creationId xmlns:a16="http://schemas.microsoft.com/office/drawing/2014/main" id="{1B544DD2-FCA5-C372-07CE-D9E42C6B2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6" name="Google Shape;1056;p31">
            <a:extLst>
              <a:ext uri="{FF2B5EF4-FFF2-40B4-BE49-F238E27FC236}">
                <a16:creationId xmlns:a16="http://schemas.microsoft.com/office/drawing/2014/main" id="{170A7235-FDD5-AC99-05E7-7B89FC4DDEA3}"/>
              </a:ext>
            </a:extLst>
          </p:cNvPr>
          <p:cNvGrpSpPr/>
          <p:nvPr/>
        </p:nvGrpSpPr>
        <p:grpSpPr>
          <a:xfrm>
            <a:off x="6534261" y="3873255"/>
            <a:ext cx="713803" cy="706547"/>
            <a:chOff x="-4017975" y="616650"/>
            <a:chExt cx="814100" cy="805825"/>
          </a:xfrm>
        </p:grpSpPr>
        <p:sp>
          <p:nvSpPr>
            <p:cNvPr id="1057" name="Google Shape;1057;p31">
              <a:extLst>
                <a:ext uri="{FF2B5EF4-FFF2-40B4-BE49-F238E27FC236}">
                  <a16:creationId xmlns:a16="http://schemas.microsoft.com/office/drawing/2014/main" id="{D2143936-E682-CFA3-BE3D-B5E923F5921B}"/>
                </a:ext>
              </a:extLst>
            </p:cNvPr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1">
              <a:extLst>
                <a:ext uri="{FF2B5EF4-FFF2-40B4-BE49-F238E27FC236}">
                  <a16:creationId xmlns:a16="http://schemas.microsoft.com/office/drawing/2014/main" id="{35117098-20CB-1A6F-8730-4CB751DB63BD}"/>
                </a:ext>
              </a:extLst>
            </p:cNvPr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1">
              <a:extLst>
                <a:ext uri="{FF2B5EF4-FFF2-40B4-BE49-F238E27FC236}">
                  <a16:creationId xmlns:a16="http://schemas.microsoft.com/office/drawing/2014/main" id="{2005690A-BD8B-CE42-346D-3D3AF2D3A702}"/>
                </a:ext>
              </a:extLst>
            </p:cNvPr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1">
              <a:extLst>
                <a:ext uri="{FF2B5EF4-FFF2-40B4-BE49-F238E27FC236}">
                  <a16:creationId xmlns:a16="http://schemas.microsoft.com/office/drawing/2014/main" id="{6E3AF9BE-3CC4-18D7-7D3D-9A834F2B30BD}"/>
                </a:ext>
              </a:extLst>
            </p:cNvPr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61" name="Google Shape;1061;p31">
            <a:extLst>
              <a:ext uri="{FF2B5EF4-FFF2-40B4-BE49-F238E27FC236}">
                <a16:creationId xmlns:a16="http://schemas.microsoft.com/office/drawing/2014/main" id="{1B46C6E0-0EC9-AAA5-D109-4AE90FDA41BF}"/>
              </a:ext>
            </a:extLst>
          </p:cNvPr>
          <p:cNvGrpSpPr/>
          <p:nvPr/>
        </p:nvGrpSpPr>
        <p:grpSpPr>
          <a:xfrm>
            <a:off x="7454805" y="3307393"/>
            <a:ext cx="1040638" cy="901375"/>
            <a:chOff x="8457538" y="810363"/>
            <a:chExt cx="1040638" cy="901375"/>
          </a:xfrm>
        </p:grpSpPr>
        <p:grpSp>
          <p:nvGrpSpPr>
            <p:cNvPr id="1062" name="Google Shape;1062;p31">
              <a:extLst>
                <a:ext uri="{FF2B5EF4-FFF2-40B4-BE49-F238E27FC236}">
                  <a16:creationId xmlns:a16="http://schemas.microsoft.com/office/drawing/2014/main" id="{9A76D4F3-B79B-1C4D-9906-D7A5A8BFF0BC}"/>
                </a:ext>
              </a:extLst>
            </p:cNvPr>
            <p:cNvGrpSpPr/>
            <p:nvPr/>
          </p:nvGrpSpPr>
          <p:grpSpPr>
            <a:xfrm>
              <a:off x="8781450" y="810363"/>
              <a:ext cx="716725" cy="901375"/>
              <a:chOff x="-3888525" y="-2483300"/>
              <a:chExt cx="716725" cy="901375"/>
            </a:xfrm>
          </p:grpSpPr>
          <p:sp>
            <p:nvSpPr>
              <p:cNvPr id="1063" name="Google Shape;1063;p31">
                <a:extLst>
                  <a:ext uri="{FF2B5EF4-FFF2-40B4-BE49-F238E27FC236}">
                    <a16:creationId xmlns:a16="http://schemas.microsoft.com/office/drawing/2014/main" id="{CB4197FD-360B-D6D8-7AD8-6DC5E733126F}"/>
                  </a:ext>
                </a:extLst>
              </p:cNvPr>
              <p:cNvSpPr/>
              <p:nvPr/>
            </p:nvSpPr>
            <p:spPr>
              <a:xfrm>
                <a:off x="-3719475" y="-2483300"/>
                <a:ext cx="547675" cy="547050"/>
              </a:xfrm>
              <a:custGeom>
                <a:avLst/>
                <a:gdLst/>
                <a:ahLst/>
                <a:cxnLst/>
                <a:rect l="l" t="t" r="r" b="b"/>
                <a:pathLst>
                  <a:path w="21907" h="21882" extrusionOk="0">
                    <a:moveTo>
                      <a:pt x="21756" y="1"/>
                    </a:moveTo>
                    <a:cubicBezTo>
                      <a:pt x="21723" y="1"/>
                      <a:pt x="21689" y="15"/>
                      <a:pt x="21661" y="43"/>
                    </a:cubicBezTo>
                    <a:lnTo>
                      <a:pt x="56" y="21647"/>
                    </a:lnTo>
                    <a:cubicBezTo>
                      <a:pt x="1" y="21703"/>
                      <a:pt x="1" y="21781"/>
                      <a:pt x="56" y="21837"/>
                    </a:cubicBezTo>
                    <a:cubicBezTo>
                      <a:pt x="79" y="21870"/>
                      <a:pt x="112" y="21882"/>
                      <a:pt x="157" y="21882"/>
                    </a:cubicBezTo>
                    <a:cubicBezTo>
                      <a:pt x="190" y="21882"/>
                      <a:pt x="224" y="21870"/>
                      <a:pt x="257" y="21837"/>
                    </a:cubicBezTo>
                    <a:lnTo>
                      <a:pt x="21851" y="243"/>
                    </a:lnTo>
                    <a:cubicBezTo>
                      <a:pt x="21907" y="188"/>
                      <a:pt x="21907" y="98"/>
                      <a:pt x="21851" y="43"/>
                    </a:cubicBezTo>
                    <a:cubicBezTo>
                      <a:pt x="21823" y="15"/>
                      <a:pt x="21790" y="1"/>
                      <a:pt x="21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1">
                <a:extLst>
                  <a:ext uri="{FF2B5EF4-FFF2-40B4-BE49-F238E27FC236}">
                    <a16:creationId xmlns:a16="http://schemas.microsoft.com/office/drawing/2014/main" id="{388764A0-0A66-E069-9B8E-E962914775D1}"/>
                  </a:ext>
                </a:extLst>
              </p:cNvPr>
              <p:cNvSpPr/>
              <p:nvPr/>
            </p:nvSpPr>
            <p:spPr>
              <a:xfrm>
                <a:off x="-3888525" y="-2128825"/>
                <a:ext cx="549275" cy="546900"/>
              </a:xfrm>
              <a:custGeom>
                <a:avLst/>
                <a:gdLst/>
                <a:ahLst/>
                <a:cxnLst/>
                <a:rect l="l" t="t" r="r" b="b"/>
                <a:pathLst>
                  <a:path w="21971" h="21876" extrusionOk="0">
                    <a:moveTo>
                      <a:pt x="21780" y="1"/>
                    </a:moveTo>
                    <a:cubicBezTo>
                      <a:pt x="21751" y="1"/>
                      <a:pt x="21721" y="11"/>
                      <a:pt x="21694" y="36"/>
                    </a:cubicBezTo>
                    <a:lnTo>
                      <a:pt x="89" y="21630"/>
                    </a:lnTo>
                    <a:cubicBezTo>
                      <a:pt x="0" y="21719"/>
                      <a:pt x="67" y="21864"/>
                      <a:pt x="190" y="21875"/>
                    </a:cubicBezTo>
                    <a:cubicBezTo>
                      <a:pt x="223" y="21864"/>
                      <a:pt x="268" y="21853"/>
                      <a:pt x="290" y="21830"/>
                    </a:cubicBezTo>
                    <a:lnTo>
                      <a:pt x="21884" y="226"/>
                    </a:lnTo>
                    <a:cubicBezTo>
                      <a:pt x="21971" y="130"/>
                      <a:pt x="21882" y="1"/>
                      <a:pt x="21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1">
              <a:extLst>
                <a:ext uri="{FF2B5EF4-FFF2-40B4-BE49-F238E27FC236}">
                  <a16:creationId xmlns:a16="http://schemas.microsoft.com/office/drawing/2014/main" id="{3F5BC5EE-B8F9-C902-316C-2F7F6C54480C}"/>
                </a:ext>
              </a:extLst>
            </p:cNvPr>
            <p:cNvGrpSpPr/>
            <p:nvPr/>
          </p:nvGrpSpPr>
          <p:grpSpPr>
            <a:xfrm>
              <a:off x="8457538" y="1331488"/>
              <a:ext cx="323925" cy="323650"/>
              <a:chOff x="1608625" y="299800"/>
              <a:chExt cx="323925" cy="323650"/>
            </a:xfrm>
          </p:grpSpPr>
          <p:sp>
            <p:nvSpPr>
              <p:cNvPr id="1066" name="Google Shape;1066;p31">
                <a:extLst>
                  <a:ext uri="{FF2B5EF4-FFF2-40B4-BE49-F238E27FC236}">
                    <a16:creationId xmlns:a16="http://schemas.microsoft.com/office/drawing/2014/main" id="{47592B6B-B844-C391-38FB-D79A6777A2D5}"/>
                  </a:ext>
                </a:extLst>
              </p:cNvPr>
              <p:cNvSpPr/>
              <p:nvPr/>
            </p:nvSpPr>
            <p:spPr>
              <a:xfrm>
                <a:off x="1633450" y="324425"/>
                <a:ext cx="275900" cy="274200"/>
              </a:xfrm>
              <a:custGeom>
                <a:avLst/>
                <a:gdLst/>
                <a:ahLst/>
                <a:cxnLst/>
                <a:rect l="l" t="t" r="r" b="b"/>
                <a:pathLst>
                  <a:path w="11036" h="10968" extrusionOk="0">
                    <a:moveTo>
                      <a:pt x="10830" y="0"/>
                    </a:moveTo>
                    <a:cubicBezTo>
                      <a:pt x="10795" y="0"/>
                      <a:pt x="10758" y="16"/>
                      <a:pt x="10725" y="54"/>
                    </a:cubicBezTo>
                    <a:lnTo>
                      <a:pt x="46" y="10733"/>
                    </a:lnTo>
                    <a:cubicBezTo>
                      <a:pt x="1" y="10789"/>
                      <a:pt x="1" y="10867"/>
                      <a:pt x="46" y="10923"/>
                    </a:cubicBezTo>
                    <a:cubicBezTo>
                      <a:pt x="79" y="10956"/>
                      <a:pt x="112" y="10968"/>
                      <a:pt x="146" y="10968"/>
                    </a:cubicBezTo>
                    <a:cubicBezTo>
                      <a:pt x="191" y="10968"/>
                      <a:pt x="224" y="10956"/>
                      <a:pt x="246" y="10923"/>
                    </a:cubicBezTo>
                    <a:lnTo>
                      <a:pt x="10926" y="254"/>
                    </a:lnTo>
                    <a:cubicBezTo>
                      <a:pt x="11036" y="153"/>
                      <a:pt x="10941" y="0"/>
                      <a:pt x="1083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1">
                <a:extLst>
                  <a:ext uri="{FF2B5EF4-FFF2-40B4-BE49-F238E27FC236}">
                    <a16:creationId xmlns:a16="http://schemas.microsoft.com/office/drawing/2014/main" id="{6665D44A-F700-7A8D-B8E8-E34E64D3B667}"/>
                  </a:ext>
                </a:extLst>
              </p:cNvPr>
              <p:cNvSpPr/>
              <p:nvPr/>
            </p:nvSpPr>
            <p:spPr>
              <a:xfrm>
                <a:off x="1875625" y="299800"/>
                <a:ext cx="56925" cy="56950"/>
              </a:xfrm>
              <a:custGeom>
                <a:avLst/>
                <a:gdLst/>
                <a:ahLst/>
                <a:cxnLst/>
                <a:rect l="l" t="t" r="r" b="b"/>
                <a:pathLst>
                  <a:path w="2277" h="2278" extrusionOk="0">
                    <a:moveTo>
                      <a:pt x="1139" y="1"/>
                    </a:moveTo>
                    <a:cubicBezTo>
                      <a:pt x="514" y="1"/>
                      <a:pt x="0" y="514"/>
                      <a:pt x="0" y="1139"/>
                    </a:cubicBezTo>
                    <a:cubicBezTo>
                      <a:pt x="0" y="1764"/>
                      <a:pt x="514" y="2277"/>
                      <a:pt x="1139" y="2277"/>
                    </a:cubicBezTo>
                    <a:cubicBezTo>
                      <a:pt x="1764" y="2277"/>
                      <a:pt x="2277" y="1764"/>
                      <a:pt x="2277" y="1139"/>
                    </a:cubicBezTo>
                    <a:cubicBezTo>
                      <a:pt x="2277" y="514"/>
                      <a:pt x="1764" y="1"/>
                      <a:pt x="11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31">
                <a:extLst>
                  <a:ext uri="{FF2B5EF4-FFF2-40B4-BE49-F238E27FC236}">
                    <a16:creationId xmlns:a16="http://schemas.microsoft.com/office/drawing/2014/main" id="{B1783C13-4AB5-4A18-1F3E-C0612A5920D7}"/>
                  </a:ext>
                </a:extLst>
              </p:cNvPr>
              <p:cNvSpPr/>
              <p:nvPr/>
            </p:nvSpPr>
            <p:spPr>
              <a:xfrm>
                <a:off x="1608625" y="566800"/>
                <a:ext cx="56950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2278" h="2266" extrusionOk="0">
                    <a:moveTo>
                      <a:pt x="1139" y="0"/>
                    </a:moveTo>
                    <a:cubicBezTo>
                      <a:pt x="514" y="0"/>
                      <a:pt x="1" y="503"/>
                      <a:pt x="1" y="1127"/>
                    </a:cubicBezTo>
                    <a:cubicBezTo>
                      <a:pt x="1" y="1764"/>
                      <a:pt x="514" y="2266"/>
                      <a:pt x="1139" y="2266"/>
                    </a:cubicBezTo>
                    <a:cubicBezTo>
                      <a:pt x="1775" y="2266"/>
                      <a:pt x="2277" y="1764"/>
                      <a:pt x="2277" y="1127"/>
                    </a:cubicBezTo>
                    <a:cubicBezTo>
                      <a:pt x="2277" y="503"/>
                      <a:pt x="1775" y="0"/>
                      <a:pt x="113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312BEDE-3C64-BA91-7A83-D4D49C399004}"/>
              </a:ext>
            </a:extLst>
          </p:cNvPr>
          <p:cNvSpPr/>
          <p:nvPr/>
        </p:nvSpPr>
        <p:spPr>
          <a:xfrm>
            <a:off x="217259" y="3196143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8EE48C-B893-D2E6-DECA-2C7A544E2D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3891" y="812049"/>
            <a:ext cx="4187830" cy="22804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9D85FE-A69B-E96B-EF56-6C46F42AB5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32278" y="855531"/>
            <a:ext cx="4104499" cy="223299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83CCC1D-4E42-D25B-D2E5-5B839FFCD60E}"/>
              </a:ext>
            </a:extLst>
          </p:cNvPr>
          <p:cNvSpPr txBox="1"/>
          <p:nvPr/>
        </p:nvSpPr>
        <p:spPr>
          <a:xfrm>
            <a:off x="210627" y="3215937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35ms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38.1ms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Fairly accurate; slight delay compared to ground truth.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STE works well for male voices in studio; error from smoothing/post-processing. 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6AF0156-37D1-26A5-C469-CB0C30D98B20}"/>
              </a:ext>
            </a:extLst>
          </p:cNvPr>
          <p:cNvSpPr/>
          <p:nvPr/>
        </p:nvSpPr>
        <p:spPr>
          <a:xfrm>
            <a:off x="4732278" y="3180969"/>
            <a:ext cx="4194462" cy="1829098"/>
          </a:xfrm>
          <a:prstGeom prst="roundRect">
            <a:avLst>
              <a:gd name="adj" fmla="val 13124"/>
            </a:avLst>
          </a:prstGeom>
          <a:solidFill>
            <a:schemeClr val="accent6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FFBB48-4356-B60E-CF26-F9E169493CC8}"/>
              </a:ext>
            </a:extLst>
          </p:cNvPr>
          <p:cNvSpPr txBox="1"/>
          <p:nvPr/>
        </p:nvSpPr>
        <p:spPr>
          <a:xfrm>
            <a:off x="4725646" y="3200763"/>
            <a:ext cx="411113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MAE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40ms</a:t>
            </a:r>
            <a:r>
              <a:rPr lang="en-US" sz="2000" dirty="0">
                <a:solidFill>
                  <a:schemeClr val="accent6"/>
                </a:solidFill>
                <a:latin typeface="Montserrat" panose="00000500000000000000" pitchFamily="2" charset="0"/>
              </a:rPr>
              <a:t> </a:t>
            </a:r>
            <a:r>
              <a:rPr lang="en-US" sz="1800" dirty="0">
                <a:solidFill>
                  <a:schemeClr val="bg1"/>
                </a:solidFill>
                <a:latin typeface="Montserrat" panose="00000500000000000000" pitchFamily="2" charset="0"/>
              </a:rPr>
              <a:t>| RMSE </a:t>
            </a:r>
            <a:r>
              <a:rPr lang="en-US" sz="2400" b="1" dirty="0">
                <a:solidFill>
                  <a:srgbClr val="00B050"/>
                </a:solidFill>
                <a:latin typeface="Montserrat" panose="00000500000000000000" pitchFamily="2" charset="0"/>
              </a:rPr>
              <a:t>56.6ms</a:t>
            </a:r>
            <a:endParaRPr lang="en-US" sz="1800" b="1" dirty="0">
              <a:solidFill>
                <a:srgbClr val="00B050"/>
              </a:solidFill>
              <a:latin typeface="Montserrat" panose="00000500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Accuracy: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Relatively shifted at speech edges.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C00000"/>
                </a:solidFill>
                <a:latin typeface="Bahnschrift" panose="020B0502040204020203" pitchFamily="34" charset="0"/>
              </a:rPr>
              <a:t>Reason:</a:t>
            </a:r>
            <a:r>
              <a:rPr lang="en-US" sz="1800" dirty="0">
                <a:solidFill>
                  <a:schemeClr val="bg1"/>
                </a:solidFill>
                <a:latin typeface="Bahnschrift" panose="020B0502040204020203" pitchFamily="34" charset="0"/>
              </a:rPr>
              <a:t> Weak unvoiced sounds make STE less sensitive, causing phase delay from smoothing. </a:t>
            </a:r>
          </a:p>
        </p:txBody>
      </p:sp>
      <p:sp>
        <p:nvSpPr>
          <p:cNvPr id="4" name="!!1">
            <a:extLst>
              <a:ext uri="{FF2B5EF4-FFF2-40B4-BE49-F238E27FC236}">
                <a16:creationId xmlns:a16="http://schemas.microsoft.com/office/drawing/2014/main" id="{37B00F07-C69D-97A3-AB8F-70DDF0BB8458}"/>
              </a:ext>
            </a:extLst>
          </p:cNvPr>
          <p:cNvSpPr txBox="1">
            <a:spLocks/>
          </p:cNvSpPr>
          <p:nvPr/>
        </p:nvSpPr>
        <p:spPr>
          <a:xfrm>
            <a:off x="1732834" y="110819"/>
            <a:ext cx="6818667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dirty="0"/>
              <a:t>SIMPLE STATISTICS: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RESULTS</a:t>
            </a:r>
          </a:p>
        </p:txBody>
      </p:sp>
      <p:grpSp>
        <p:nvGrpSpPr>
          <p:cNvPr id="6" name="!!2">
            <a:extLst>
              <a:ext uri="{FF2B5EF4-FFF2-40B4-BE49-F238E27FC236}">
                <a16:creationId xmlns:a16="http://schemas.microsoft.com/office/drawing/2014/main" id="{40CA7EBC-6B92-7E97-9609-4DA37C945A63}"/>
              </a:ext>
            </a:extLst>
          </p:cNvPr>
          <p:cNvGrpSpPr/>
          <p:nvPr/>
        </p:nvGrpSpPr>
        <p:grpSpPr>
          <a:xfrm>
            <a:off x="1603465" y="563698"/>
            <a:ext cx="6418665" cy="240779"/>
            <a:chOff x="902597" y="1069304"/>
            <a:chExt cx="5921700" cy="192184"/>
          </a:xfrm>
        </p:grpSpPr>
        <p:grpSp>
          <p:nvGrpSpPr>
            <p:cNvPr id="7" name="Google Shape;1043;p31">
              <a:extLst>
                <a:ext uri="{FF2B5EF4-FFF2-40B4-BE49-F238E27FC236}">
                  <a16:creationId xmlns:a16="http://schemas.microsoft.com/office/drawing/2014/main" id="{66B33264-D512-8182-0BF7-2181ECC868C1}"/>
                </a:ext>
              </a:extLst>
            </p:cNvPr>
            <p:cNvGrpSpPr/>
            <p:nvPr/>
          </p:nvGrpSpPr>
          <p:grpSpPr>
            <a:xfrm>
              <a:off x="902597" y="1069304"/>
              <a:ext cx="5864700" cy="192184"/>
              <a:chOff x="2335097" y="1069304"/>
              <a:chExt cx="5864700" cy="192184"/>
            </a:xfrm>
          </p:grpSpPr>
          <p:sp>
            <p:nvSpPr>
              <p:cNvPr id="10" name="Google Shape;1044;p31">
                <a:extLst>
                  <a:ext uri="{FF2B5EF4-FFF2-40B4-BE49-F238E27FC236}">
                    <a16:creationId xmlns:a16="http://schemas.microsoft.com/office/drawing/2014/main" id="{C211072E-EE94-78FC-C490-BBB05A908BEB}"/>
                  </a:ext>
                </a:extLst>
              </p:cNvPr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" name="Google Shape;1045;p31">
                <a:extLst>
                  <a:ext uri="{FF2B5EF4-FFF2-40B4-BE49-F238E27FC236}">
                    <a16:creationId xmlns:a16="http://schemas.microsoft.com/office/drawing/2014/main" id="{CDFDC4FA-E40F-9269-B8F7-C21782F0CF7B}"/>
                  </a:ext>
                </a:extLst>
              </p:cNvPr>
              <p:cNvCxnSpPr>
                <a:stCxn id="9" idx="6"/>
                <a:endCxn id="13" idx="2"/>
              </p:cNvCxnSpPr>
              <p:nvPr/>
            </p:nvCxnSpPr>
            <p:spPr>
              <a:xfrm rot="10800000">
                <a:off x="2392097" y="1164492"/>
                <a:ext cx="58077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" name="Google Shape;1047;p31">
                <a:extLst>
                  <a:ext uri="{FF2B5EF4-FFF2-40B4-BE49-F238E27FC236}">
                    <a16:creationId xmlns:a16="http://schemas.microsoft.com/office/drawing/2014/main" id="{51B2CC01-06F8-8935-C050-CD80246CE2C2}"/>
                  </a:ext>
                </a:extLst>
              </p:cNvPr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" name="Google Shape;1046;p31">
              <a:extLst>
                <a:ext uri="{FF2B5EF4-FFF2-40B4-BE49-F238E27FC236}">
                  <a16:creationId xmlns:a16="http://schemas.microsoft.com/office/drawing/2014/main" id="{FED7F23F-DBD7-0130-2F6E-14B18B174009}"/>
                </a:ext>
              </a:extLst>
            </p:cNvPr>
            <p:cNvSpPr/>
            <p:nvPr/>
          </p:nvSpPr>
          <p:spPr>
            <a:xfrm flipH="1">
              <a:off x="67672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039;p31">
            <a:extLst>
              <a:ext uri="{FF2B5EF4-FFF2-40B4-BE49-F238E27FC236}">
                <a16:creationId xmlns:a16="http://schemas.microsoft.com/office/drawing/2014/main" id="{8AF3BE2C-07D7-F680-EA35-FAF62713B2F2}"/>
              </a:ext>
            </a:extLst>
          </p:cNvPr>
          <p:cNvSpPr txBox="1">
            <a:spLocks/>
          </p:cNvSpPr>
          <p:nvPr/>
        </p:nvSpPr>
        <p:spPr>
          <a:xfrm>
            <a:off x="935250" y="115684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9737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36"/>
          <p:cNvSpPr txBox="1">
            <a:spLocks noGrp="1"/>
          </p:cNvSpPr>
          <p:nvPr>
            <p:ph type="title"/>
          </p:nvPr>
        </p:nvSpPr>
        <p:spPr>
          <a:xfrm>
            <a:off x="789416" y="227484"/>
            <a:ext cx="7578300" cy="4956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PHÂN TÍCH LỰA CHỌN</a:t>
            </a:r>
            <a:endParaRPr dirty="0"/>
          </a:p>
        </p:txBody>
      </p:sp>
      <p:graphicFrame>
        <p:nvGraphicFramePr>
          <p:cNvPr id="1253" name="Google Shape;1253;p36"/>
          <p:cNvGraphicFramePr/>
          <p:nvPr>
            <p:extLst>
              <p:ext uri="{D42A27DB-BD31-4B8C-83A1-F6EECF244321}">
                <p14:modId xmlns:p14="http://schemas.microsoft.com/office/powerpoint/2010/main" val="3984107762"/>
              </p:ext>
            </p:extLst>
          </p:nvPr>
        </p:nvGraphicFramePr>
        <p:xfrm>
          <a:off x="782900" y="1202438"/>
          <a:ext cx="7578200" cy="2922215"/>
        </p:xfrm>
        <a:graphic>
          <a:graphicData uri="http://schemas.openxmlformats.org/drawingml/2006/table">
            <a:tbl>
              <a:tblPr>
                <a:noFill/>
                <a:tableStyleId>{7AEFDC93-782D-4E4C-A218-EDA5358B997B}</a:tableStyleId>
              </a:tblPr>
              <a:tblGrid>
                <a:gridCol w="20371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77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39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98828">
                  <a:extLst>
                    <a:ext uri="{9D8B030D-6E8A-4147-A177-3AD203B41FA5}">
                      <a16:colId xmlns:a16="http://schemas.microsoft.com/office/drawing/2014/main" val="2709395016"/>
                    </a:ext>
                  </a:extLst>
                </a:gridCol>
              </a:tblGrid>
              <a:tr h="499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err="1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Giải</a:t>
                      </a: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pháp</a:t>
                      </a:r>
                      <a:endParaRPr lang="en-US" sz="1200" b="1" dirty="0">
                        <a:solidFill>
                          <a:schemeClr val="accent6">
                            <a:lumMod val="95000"/>
                          </a:schemeClr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err="1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Tự</a:t>
                      </a: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động</a:t>
                      </a: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hóa</a:t>
                      </a:r>
                      <a:endParaRPr lang="en-US" sz="1200" b="1" dirty="0">
                        <a:solidFill>
                          <a:schemeClr val="accent6">
                            <a:lumMod val="95000"/>
                          </a:schemeClr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Chống quá khớp</a:t>
                      </a:r>
                      <a:endParaRPr sz="1200" b="1" dirty="0">
                        <a:solidFill>
                          <a:schemeClr val="accent6">
                            <a:lumMod val="95000"/>
                          </a:schemeClr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Chống nhảy nét</a:t>
                      </a:r>
                      <a:endParaRPr sz="1200" b="1" dirty="0">
                        <a:solidFill>
                          <a:schemeClr val="accent6">
                            <a:lumMod val="95000"/>
                          </a:schemeClr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err="1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Xuất</a:t>
                      </a: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file .</a:t>
                      </a:r>
                      <a:r>
                        <a:rPr lang="en-US" sz="1200" b="1" dirty="0" err="1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dat</a:t>
                      </a:r>
                      <a:r>
                        <a:rPr lang="en-US" sz="1200" b="1" dirty="0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chemeClr val="accent6">
                              <a:lumMod val="95000"/>
                            </a:schemeClr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chuẩn</a:t>
                      </a:r>
                      <a:endParaRPr sz="1200" b="1" dirty="0">
                        <a:solidFill>
                          <a:schemeClr val="accent6">
                            <a:lumMod val="95000"/>
                          </a:schemeClr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Phần mềm thương mại (Adobe)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✔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✔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✔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✖ </a:t>
                      </a:r>
                      <a:r>
                        <a:rPr lang="en-US" sz="1200" dirty="0" err="1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Không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can </a:t>
                      </a:r>
                      <a:r>
                        <a:rPr lang="en-US" sz="1200" dirty="0" err="1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thiệp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200" dirty="0" err="1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được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200" dirty="0" err="1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toán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200" dirty="0" err="1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học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Hàm nội suy Python (Scipy)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✔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✖ Dễ bám nhiễu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✔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✖ </a:t>
                      </a:r>
                      <a:r>
                        <a:rPr lang="en-US" sz="1200" dirty="0" err="1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Không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200" dirty="0" err="1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hỗ</a:t>
                      </a: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200" dirty="0" err="1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trợ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Nearest Neighbor Cơ bản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✔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Cảnh báo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✖ Kẹt vòng lặp ngã tư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✔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dirty="0" err="1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Giải</a:t>
                      </a: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pháp</a:t>
                      </a: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đề</a:t>
                      </a: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xuất</a:t>
                      </a:r>
                      <a:r>
                        <a:rPr lang="en-US" sz="1200" b="1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(From-Scratch)</a:t>
                      </a:r>
                      <a:endParaRPr lang="vi-VN" sz="1200" b="1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✔</a:t>
                      </a:r>
                      <a:endParaRPr sz="1200" dirty="0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✔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✔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✔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5174757"/>
                  </a:ext>
                </a:extLst>
              </a:tr>
            </a:tbl>
          </a:graphicData>
        </a:graphic>
      </p:graphicFrame>
      <p:grpSp>
        <p:nvGrpSpPr>
          <p:cNvPr id="1254" name="Google Shape;1254;p36"/>
          <p:cNvGrpSpPr/>
          <p:nvPr/>
        </p:nvGrpSpPr>
        <p:grpSpPr>
          <a:xfrm>
            <a:off x="811050" y="635345"/>
            <a:ext cx="7521900" cy="192184"/>
            <a:chOff x="369197" y="1069304"/>
            <a:chExt cx="7521900" cy="192184"/>
          </a:xfrm>
        </p:grpSpPr>
        <p:grpSp>
          <p:nvGrpSpPr>
            <p:cNvPr id="1255" name="Google Shape;1255;p36"/>
            <p:cNvGrpSpPr/>
            <p:nvPr/>
          </p:nvGrpSpPr>
          <p:grpSpPr>
            <a:xfrm>
              <a:off x="369197" y="1069304"/>
              <a:ext cx="7464900" cy="192184"/>
              <a:chOff x="1801697" y="1069304"/>
              <a:chExt cx="7464900" cy="192184"/>
            </a:xfrm>
          </p:grpSpPr>
          <p:sp>
            <p:nvSpPr>
              <p:cNvPr id="1256" name="Google Shape;1256;p36"/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257" name="Google Shape;1257;p36"/>
              <p:cNvCxnSpPr>
                <a:stCxn id="1258" idx="6"/>
                <a:endCxn id="1259" idx="2"/>
              </p:cNvCxnSpPr>
              <p:nvPr/>
            </p:nvCxnSpPr>
            <p:spPr>
              <a:xfrm rot="10800000">
                <a:off x="1858697" y="1164492"/>
                <a:ext cx="7407900" cy="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259" name="Google Shape;1259;p36"/>
              <p:cNvSpPr/>
              <p:nvPr/>
            </p:nvSpPr>
            <p:spPr>
              <a:xfrm flipH="1">
                <a:off x="18016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58" name="Google Shape;1258;p36"/>
            <p:cNvSpPr/>
            <p:nvPr/>
          </p:nvSpPr>
          <p:spPr>
            <a:xfrm flipH="1">
              <a:off x="7834097" y="1136892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039;p31">
            <a:extLst>
              <a:ext uri="{FF2B5EF4-FFF2-40B4-BE49-F238E27FC236}">
                <a16:creationId xmlns:a16="http://schemas.microsoft.com/office/drawing/2014/main" id="{2869B929-C354-C8AA-BB53-775E598FAEB4}"/>
              </a:ext>
            </a:extLst>
          </p:cNvPr>
          <p:cNvSpPr txBox="1">
            <a:spLocks/>
          </p:cNvSpPr>
          <p:nvPr/>
        </p:nvSpPr>
        <p:spPr>
          <a:xfrm>
            <a:off x="261133" y="146027"/>
            <a:ext cx="180152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Black"/>
              <a:buNone/>
              <a:defRPr sz="2800" b="0" i="0" u="none" strike="noStrike" cap="none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r>
              <a:rPr lang="en-US" sz="3600" dirty="0"/>
              <a:t>03</a:t>
            </a:r>
          </a:p>
        </p:txBody>
      </p:sp>
      <p:sp>
        <p:nvSpPr>
          <p:cNvPr id="3" name="Google Shape;1497;p43">
            <a:extLst>
              <a:ext uri="{FF2B5EF4-FFF2-40B4-BE49-F238E27FC236}">
                <a16:creationId xmlns:a16="http://schemas.microsoft.com/office/drawing/2014/main" id="{F806ECFC-6B24-7C49-2F7F-FE8B332BAC5B}"/>
              </a:ext>
            </a:extLst>
          </p:cNvPr>
          <p:cNvSpPr txBox="1">
            <a:spLocks/>
          </p:cNvSpPr>
          <p:nvPr/>
        </p:nvSpPr>
        <p:spPr>
          <a:xfrm>
            <a:off x="1617716" y="728903"/>
            <a:ext cx="5921700" cy="435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ctr"/>
            <a:r>
              <a:rPr lang="fr-FR" dirty="0" err="1">
                <a:solidFill>
                  <a:schemeClr val="bg1"/>
                </a:solidFill>
              </a:rPr>
              <a:t>Đánh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dirty="0" err="1">
                <a:solidFill>
                  <a:schemeClr val="bg1"/>
                </a:solidFill>
              </a:rPr>
              <a:t>giá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dirty="0" err="1">
                <a:solidFill>
                  <a:schemeClr val="bg1"/>
                </a:solidFill>
              </a:rPr>
              <a:t>các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dirty="0" err="1">
                <a:solidFill>
                  <a:schemeClr val="bg1"/>
                </a:solidFill>
              </a:rPr>
              <a:t>giải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dirty="0" err="1">
                <a:solidFill>
                  <a:schemeClr val="bg1"/>
                </a:solidFill>
              </a:rPr>
              <a:t>pháp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AF35CE-CF0F-4299-7A60-33FD07CEA2E5}"/>
              </a:ext>
            </a:extLst>
          </p:cNvPr>
          <p:cNvSpPr/>
          <p:nvPr/>
        </p:nvSpPr>
        <p:spPr>
          <a:xfrm>
            <a:off x="1161896" y="4310565"/>
            <a:ext cx="6785869" cy="686908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oogle Shape;1497;p43">
            <a:extLst>
              <a:ext uri="{FF2B5EF4-FFF2-40B4-BE49-F238E27FC236}">
                <a16:creationId xmlns:a16="http://schemas.microsoft.com/office/drawing/2014/main" id="{5EC022F1-C87F-FB6C-E6F3-262CE55CB92D}"/>
              </a:ext>
            </a:extLst>
          </p:cNvPr>
          <p:cNvSpPr txBox="1">
            <a:spLocks/>
          </p:cNvSpPr>
          <p:nvPr/>
        </p:nvSpPr>
        <p:spPr>
          <a:xfrm>
            <a:off x="1209367" y="4310564"/>
            <a:ext cx="6738398" cy="686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None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ctr"/>
            <a:r>
              <a:rPr lang="vi-VN" b="1" dirty="0">
                <a:solidFill>
                  <a:schemeClr val="accent6"/>
                </a:solidFill>
              </a:rPr>
              <a:t>Lựa chọn: </a:t>
            </a:r>
            <a:r>
              <a:rPr lang="vi-VN" dirty="0">
                <a:solidFill>
                  <a:schemeClr val="accent6"/>
                </a:solidFill>
              </a:rPr>
              <a:t>Tự xây dựng thuật toán DFS nhận thức hướng kết hợp xấp xỉ bình phương tối thiểu (LST) làm mịn từ gốc.</a:t>
            </a:r>
            <a:endParaRPr lang="fr-FR" dirty="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7" name="Google Shape;1497;p43"/>
          <p:cNvSpPr txBox="1">
            <a:spLocks noGrp="1"/>
          </p:cNvSpPr>
          <p:nvPr>
            <p:ph type="subTitle" idx="5"/>
          </p:nvPr>
        </p:nvSpPr>
        <p:spPr>
          <a:xfrm>
            <a:off x="1589138" y="3960125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 Terre est la troisième planète</a:t>
            </a:r>
            <a:endParaRPr dirty="0"/>
          </a:p>
        </p:txBody>
      </p:sp>
      <p:sp>
        <p:nvSpPr>
          <p:cNvPr id="1498" name="Google Shape;1498;p43"/>
          <p:cNvSpPr txBox="1">
            <a:spLocks noGrp="1"/>
          </p:cNvSpPr>
          <p:nvPr>
            <p:ph type="subTitle" idx="6"/>
          </p:nvPr>
        </p:nvSpPr>
        <p:spPr>
          <a:xfrm>
            <a:off x="1589138" y="3622150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</a:t>
            </a:r>
            <a:endParaRPr/>
          </a:p>
        </p:txBody>
      </p:sp>
      <p:sp>
        <p:nvSpPr>
          <p:cNvPr id="1499" name="Google Shape;1499;p43"/>
          <p:cNvSpPr txBox="1">
            <a:spLocks noGrp="1"/>
          </p:cNvSpPr>
          <p:nvPr>
            <p:ph type="title"/>
          </p:nvPr>
        </p:nvSpPr>
        <p:spPr>
          <a:xfrm flipH="1">
            <a:off x="782850" y="556250"/>
            <a:ext cx="7578300" cy="572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RÉSUMÉ DU RAID</a:t>
            </a:r>
            <a:endParaRPr/>
          </a:p>
        </p:txBody>
      </p:sp>
      <p:sp>
        <p:nvSpPr>
          <p:cNvPr id="1500" name="Google Shape;1500;p43"/>
          <p:cNvSpPr txBox="1">
            <a:spLocks noGrp="1"/>
          </p:cNvSpPr>
          <p:nvPr>
            <p:ph type="subTitle" idx="1"/>
          </p:nvPr>
        </p:nvSpPr>
        <p:spPr>
          <a:xfrm>
            <a:off x="1589138" y="2349175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Mercure est la planète la plus proche du Soleil</a:t>
            </a:r>
            <a:endParaRPr/>
          </a:p>
        </p:txBody>
      </p:sp>
      <p:sp>
        <p:nvSpPr>
          <p:cNvPr id="1501" name="Google Shape;1501;p43"/>
          <p:cNvSpPr txBox="1">
            <a:spLocks noGrp="1"/>
          </p:cNvSpPr>
          <p:nvPr>
            <p:ph type="subTitle" idx="2"/>
          </p:nvPr>
        </p:nvSpPr>
        <p:spPr>
          <a:xfrm>
            <a:off x="1589138" y="2011200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Risques</a:t>
            </a:r>
            <a:endParaRPr/>
          </a:p>
        </p:txBody>
      </p:sp>
      <p:grpSp>
        <p:nvGrpSpPr>
          <p:cNvPr id="1502" name="Google Shape;1502;p43"/>
          <p:cNvGrpSpPr/>
          <p:nvPr/>
        </p:nvGrpSpPr>
        <p:grpSpPr>
          <a:xfrm>
            <a:off x="2335050" y="1069304"/>
            <a:ext cx="4473900" cy="192184"/>
            <a:chOff x="2363547" y="1069304"/>
            <a:chExt cx="4473900" cy="192184"/>
          </a:xfrm>
        </p:grpSpPr>
        <p:grpSp>
          <p:nvGrpSpPr>
            <p:cNvPr id="1503" name="Google Shape;1503;p43"/>
            <p:cNvGrpSpPr/>
            <p:nvPr/>
          </p:nvGrpSpPr>
          <p:grpSpPr>
            <a:xfrm>
              <a:off x="2363547" y="1069304"/>
              <a:ext cx="4416900" cy="192184"/>
              <a:chOff x="2335097" y="1069304"/>
              <a:chExt cx="4416900" cy="192184"/>
            </a:xfrm>
          </p:grpSpPr>
          <p:sp>
            <p:nvSpPr>
              <p:cNvPr id="1504" name="Google Shape;1504;p43"/>
              <p:cNvSpPr/>
              <p:nvPr/>
            </p:nvSpPr>
            <p:spPr>
              <a:xfrm rot="-2700000" flipH="1">
                <a:off x="3212640" y="1097509"/>
                <a:ext cx="136016" cy="135774"/>
              </a:xfrm>
              <a:custGeom>
                <a:avLst/>
                <a:gdLst/>
                <a:ahLst/>
                <a:cxnLst/>
                <a:rect l="l" t="t" r="r" b="b"/>
                <a:pathLst>
                  <a:path w="6205" h="6194" extrusionOk="0">
                    <a:moveTo>
                      <a:pt x="6160" y="0"/>
                    </a:moveTo>
                    <a:lnTo>
                      <a:pt x="0" y="6149"/>
                    </a:lnTo>
                    <a:lnTo>
                      <a:pt x="1395" y="6194"/>
                    </a:lnTo>
                    <a:lnTo>
                      <a:pt x="6205" y="1384"/>
                    </a:lnTo>
                    <a:lnTo>
                      <a:pt x="616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05" name="Google Shape;1505;p43"/>
              <p:cNvCxnSpPr>
                <a:stCxn id="1506" idx="6"/>
                <a:endCxn id="1507" idx="2"/>
              </p:cNvCxnSpPr>
              <p:nvPr/>
            </p:nvCxnSpPr>
            <p:spPr>
              <a:xfrm rot="10800000">
                <a:off x="2392097" y="1164417"/>
                <a:ext cx="4359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07" name="Google Shape;1507;p43"/>
              <p:cNvSpPr/>
              <p:nvPr/>
            </p:nvSpPr>
            <p:spPr>
              <a:xfrm flipH="1">
                <a:off x="2335097" y="1135917"/>
                <a:ext cx="57000" cy="570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06" name="Google Shape;1506;p43"/>
            <p:cNvSpPr/>
            <p:nvPr/>
          </p:nvSpPr>
          <p:spPr>
            <a:xfrm flipH="1">
              <a:off x="6780447" y="1135917"/>
              <a:ext cx="57000" cy="5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08" name="Google Shape;1508;p43"/>
          <p:cNvGrpSpPr/>
          <p:nvPr/>
        </p:nvGrpSpPr>
        <p:grpSpPr>
          <a:xfrm>
            <a:off x="5131347" y="1577771"/>
            <a:ext cx="356164" cy="355815"/>
            <a:chOff x="3040984" y="3681059"/>
            <a:chExt cx="356164" cy="355815"/>
          </a:xfrm>
        </p:grpSpPr>
        <p:sp>
          <p:nvSpPr>
            <p:cNvPr id="1509" name="Google Shape;1509;p43"/>
            <p:cNvSpPr/>
            <p:nvPr/>
          </p:nvSpPr>
          <p:spPr>
            <a:xfrm>
              <a:off x="3040984" y="3681059"/>
              <a:ext cx="356164" cy="355815"/>
            </a:xfrm>
            <a:custGeom>
              <a:avLst/>
              <a:gdLst/>
              <a:ahLst/>
              <a:cxnLst/>
              <a:rect l="l" t="t" r="r" b="b"/>
              <a:pathLst>
                <a:path w="11216" h="11205" extrusionOk="0">
                  <a:moveTo>
                    <a:pt x="5620" y="0"/>
                  </a:moveTo>
                  <a:cubicBezTo>
                    <a:pt x="4274" y="0"/>
                    <a:pt x="2965" y="488"/>
                    <a:pt x="1953" y="1369"/>
                  </a:cubicBezTo>
                  <a:cubicBezTo>
                    <a:pt x="1881" y="1429"/>
                    <a:pt x="1881" y="1536"/>
                    <a:pt x="1941" y="1608"/>
                  </a:cubicBezTo>
                  <a:cubicBezTo>
                    <a:pt x="1972" y="1645"/>
                    <a:pt x="2016" y="1663"/>
                    <a:pt x="2061" y="1663"/>
                  </a:cubicBezTo>
                  <a:cubicBezTo>
                    <a:pt x="2103" y="1663"/>
                    <a:pt x="2145" y="1648"/>
                    <a:pt x="2179" y="1620"/>
                  </a:cubicBezTo>
                  <a:cubicBezTo>
                    <a:pt x="3131" y="786"/>
                    <a:pt x="4358" y="346"/>
                    <a:pt x="5620" y="346"/>
                  </a:cubicBezTo>
                  <a:cubicBezTo>
                    <a:pt x="7013" y="346"/>
                    <a:pt x="8346" y="893"/>
                    <a:pt x="9335" y="1893"/>
                  </a:cubicBezTo>
                  <a:cubicBezTo>
                    <a:pt x="10335" y="2882"/>
                    <a:pt x="10882" y="4215"/>
                    <a:pt x="10882" y="5608"/>
                  </a:cubicBezTo>
                  <a:cubicBezTo>
                    <a:pt x="10882" y="7013"/>
                    <a:pt x="10335" y="8335"/>
                    <a:pt x="9335" y="9335"/>
                  </a:cubicBezTo>
                  <a:cubicBezTo>
                    <a:pt x="8346" y="10323"/>
                    <a:pt x="7013" y="10883"/>
                    <a:pt x="5620" y="10883"/>
                  </a:cubicBezTo>
                  <a:cubicBezTo>
                    <a:pt x="4215" y="10883"/>
                    <a:pt x="2893" y="10323"/>
                    <a:pt x="1893" y="9335"/>
                  </a:cubicBezTo>
                  <a:cubicBezTo>
                    <a:pt x="893" y="8335"/>
                    <a:pt x="345" y="7013"/>
                    <a:pt x="345" y="5608"/>
                  </a:cubicBezTo>
                  <a:cubicBezTo>
                    <a:pt x="345" y="4298"/>
                    <a:pt x="822" y="3048"/>
                    <a:pt x="1703" y="2084"/>
                  </a:cubicBezTo>
                  <a:cubicBezTo>
                    <a:pt x="1762" y="2012"/>
                    <a:pt x="1762" y="1905"/>
                    <a:pt x="1691" y="1846"/>
                  </a:cubicBezTo>
                  <a:cubicBezTo>
                    <a:pt x="1657" y="1817"/>
                    <a:pt x="1614" y="1802"/>
                    <a:pt x="1573" y="1802"/>
                  </a:cubicBezTo>
                  <a:cubicBezTo>
                    <a:pt x="1528" y="1802"/>
                    <a:pt x="1484" y="1820"/>
                    <a:pt x="1453" y="1858"/>
                  </a:cubicBezTo>
                  <a:cubicBezTo>
                    <a:pt x="512" y="2882"/>
                    <a:pt x="0" y="4227"/>
                    <a:pt x="0" y="5608"/>
                  </a:cubicBezTo>
                  <a:cubicBezTo>
                    <a:pt x="0" y="7096"/>
                    <a:pt x="583" y="8513"/>
                    <a:pt x="1643" y="9573"/>
                  </a:cubicBezTo>
                  <a:cubicBezTo>
                    <a:pt x="2703" y="10621"/>
                    <a:pt x="4096" y="11204"/>
                    <a:pt x="5608" y="11204"/>
                  </a:cubicBezTo>
                  <a:cubicBezTo>
                    <a:pt x="7108" y="11204"/>
                    <a:pt x="8501" y="10621"/>
                    <a:pt x="9561" y="9573"/>
                  </a:cubicBezTo>
                  <a:cubicBezTo>
                    <a:pt x="10620" y="8513"/>
                    <a:pt x="11204" y="7108"/>
                    <a:pt x="11204" y="5608"/>
                  </a:cubicBezTo>
                  <a:cubicBezTo>
                    <a:pt x="11216" y="4096"/>
                    <a:pt x="10632" y="2691"/>
                    <a:pt x="9573" y="1631"/>
                  </a:cubicBezTo>
                  <a:cubicBezTo>
                    <a:pt x="8525" y="572"/>
                    <a:pt x="7120" y="0"/>
                    <a:pt x="56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43"/>
            <p:cNvSpPr/>
            <p:nvPr/>
          </p:nvSpPr>
          <p:spPr>
            <a:xfrm>
              <a:off x="3183120" y="3921508"/>
              <a:ext cx="59414" cy="59382"/>
            </a:xfrm>
            <a:custGeom>
              <a:avLst/>
              <a:gdLst/>
              <a:ahLst/>
              <a:cxnLst/>
              <a:rect l="l" t="t" r="r" b="b"/>
              <a:pathLst>
                <a:path w="1871" h="1870" extrusionOk="0">
                  <a:moveTo>
                    <a:pt x="929" y="334"/>
                  </a:moveTo>
                  <a:cubicBezTo>
                    <a:pt x="1263" y="334"/>
                    <a:pt x="1549" y="608"/>
                    <a:pt x="1549" y="941"/>
                  </a:cubicBezTo>
                  <a:cubicBezTo>
                    <a:pt x="1549" y="1263"/>
                    <a:pt x="1263" y="1548"/>
                    <a:pt x="929" y="1548"/>
                  </a:cubicBezTo>
                  <a:cubicBezTo>
                    <a:pt x="608" y="1548"/>
                    <a:pt x="334" y="1287"/>
                    <a:pt x="334" y="941"/>
                  </a:cubicBezTo>
                  <a:cubicBezTo>
                    <a:pt x="334" y="596"/>
                    <a:pt x="608" y="334"/>
                    <a:pt x="929" y="334"/>
                  </a:cubicBezTo>
                  <a:close/>
                  <a:moveTo>
                    <a:pt x="929" y="1"/>
                  </a:moveTo>
                  <a:cubicBezTo>
                    <a:pt x="429" y="1"/>
                    <a:pt x="1" y="417"/>
                    <a:pt x="1" y="941"/>
                  </a:cubicBezTo>
                  <a:cubicBezTo>
                    <a:pt x="1" y="1453"/>
                    <a:pt x="417" y="1870"/>
                    <a:pt x="929" y="1870"/>
                  </a:cubicBezTo>
                  <a:cubicBezTo>
                    <a:pt x="1191" y="1870"/>
                    <a:pt x="1430" y="1775"/>
                    <a:pt x="1608" y="1596"/>
                  </a:cubicBezTo>
                  <a:cubicBezTo>
                    <a:pt x="1787" y="1417"/>
                    <a:pt x="1870" y="1179"/>
                    <a:pt x="1870" y="941"/>
                  </a:cubicBezTo>
                  <a:cubicBezTo>
                    <a:pt x="1870" y="679"/>
                    <a:pt x="1763" y="453"/>
                    <a:pt x="1584" y="263"/>
                  </a:cubicBezTo>
                  <a:cubicBezTo>
                    <a:pt x="1406" y="108"/>
                    <a:pt x="1191" y="1"/>
                    <a:pt x="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43"/>
            <p:cNvSpPr/>
            <p:nvPr/>
          </p:nvSpPr>
          <p:spPr>
            <a:xfrm>
              <a:off x="3149110" y="3735868"/>
              <a:ext cx="141056" cy="174716"/>
            </a:xfrm>
            <a:custGeom>
              <a:avLst/>
              <a:gdLst/>
              <a:ahLst/>
              <a:cxnLst/>
              <a:rect l="l" t="t" r="r" b="b"/>
              <a:pathLst>
                <a:path w="4442" h="5502" extrusionOk="0">
                  <a:moveTo>
                    <a:pt x="2143" y="1"/>
                  </a:moveTo>
                  <a:cubicBezTo>
                    <a:pt x="1322" y="1"/>
                    <a:pt x="810" y="286"/>
                    <a:pt x="536" y="501"/>
                  </a:cubicBezTo>
                  <a:cubicBezTo>
                    <a:pt x="191" y="786"/>
                    <a:pt x="0" y="1156"/>
                    <a:pt x="0" y="1513"/>
                  </a:cubicBezTo>
                  <a:cubicBezTo>
                    <a:pt x="0" y="1739"/>
                    <a:pt x="84" y="1941"/>
                    <a:pt x="262" y="2084"/>
                  </a:cubicBezTo>
                  <a:cubicBezTo>
                    <a:pt x="393" y="2203"/>
                    <a:pt x="596" y="2263"/>
                    <a:pt x="774" y="2263"/>
                  </a:cubicBezTo>
                  <a:cubicBezTo>
                    <a:pt x="1084" y="2263"/>
                    <a:pt x="1227" y="2049"/>
                    <a:pt x="1334" y="1894"/>
                  </a:cubicBezTo>
                  <a:cubicBezTo>
                    <a:pt x="1465" y="1679"/>
                    <a:pt x="1596" y="1489"/>
                    <a:pt x="2108" y="1489"/>
                  </a:cubicBezTo>
                  <a:cubicBezTo>
                    <a:pt x="2286" y="1489"/>
                    <a:pt x="2858" y="1525"/>
                    <a:pt x="2858" y="2001"/>
                  </a:cubicBezTo>
                  <a:cubicBezTo>
                    <a:pt x="2858" y="2358"/>
                    <a:pt x="2512" y="2632"/>
                    <a:pt x="2227" y="2858"/>
                  </a:cubicBezTo>
                  <a:cubicBezTo>
                    <a:pt x="2155" y="2918"/>
                    <a:pt x="2072" y="2965"/>
                    <a:pt x="2024" y="3025"/>
                  </a:cubicBezTo>
                  <a:cubicBezTo>
                    <a:pt x="1679" y="3323"/>
                    <a:pt x="1286" y="3763"/>
                    <a:pt x="1286" y="4668"/>
                  </a:cubicBezTo>
                  <a:cubicBezTo>
                    <a:pt x="1286" y="5180"/>
                    <a:pt x="1405" y="5501"/>
                    <a:pt x="2000" y="5501"/>
                  </a:cubicBezTo>
                  <a:cubicBezTo>
                    <a:pt x="2274" y="5501"/>
                    <a:pt x="2465" y="5442"/>
                    <a:pt x="2596" y="5323"/>
                  </a:cubicBezTo>
                  <a:cubicBezTo>
                    <a:pt x="2703" y="5216"/>
                    <a:pt x="2762" y="5085"/>
                    <a:pt x="2762" y="4918"/>
                  </a:cubicBezTo>
                  <a:cubicBezTo>
                    <a:pt x="2762" y="4430"/>
                    <a:pt x="2762" y="4192"/>
                    <a:pt x="3263" y="3787"/>
                  </a:cubicBezTo>
                  <a:lnTo>
                    <a:pt x="3286" y="3787"/>
                  </a:lnTo>
                  <a:cubicBezTo>
                    <a:pt x="3298" y="3775"/>
                    <a:pt x="3322" y="3763"/>
                    <a:pt x="3358" y="3727"/>
                  </a:cubicBezTo>
                  <a:cubicBezTo>
                    <a:pt x="3429" y="3680"/>
                    <a:pt x="3453" y="3573"/>
                    <a:pt x="3393" y="3489"/>
                  </a:cubicBezTo>
                  <a:cubicBezTo>
                    <a:pt x="3360" y="3449"/>
                    <a:pt x="3311" y="3427"/>
                    <a:pt x="3261" y="3427"/>
                  </a:cubicBezTo>
                  <a:cubicBezTo>
                    <a:pt x="3224" y="3427"/>
                    <a:pt x="3186" y="3440"/>
                    <a:pt x="3155" y="3465"/>
                  </a:cubicBezTo>
                  <a:cubicBezTo>
                    <a:pt x="3120" y="3477"/>
                    <a:pt x="3108" y="3513"/>
                    <a:pt x="3072" y="3525"/>
                  </a:cubicBezTo>
                  <a:lnTo>
                    <a:pt x="3060" y="3525"/>
                  </a:lnTo>
                  <a:cubicBezTo>
                    <a:pt x="2465" y="3989"/>
                    <a:pt x="2429" y="4346"/>
                    <a:pt x="2429" y="4906"/>
                  </a:cubicBezTo>
                  <a:cubicBezTo>
                    <a:pt x="2429" y="4977"/>
                    <a:pt x="2429" y="5156"/>
                    <a:pt x="2000" y="5156"/>
                  </a:cubicBezTo>
                  <a:cubicBezTo>
                    <a:pt x="1798" y="5156"/>
                    <a:pt x="1739" y="5120"/>
                    <a:pt x="1703" y="5085"/>
                  </a:cubicBezTo>
                  <a:cubicBezTo>
                    <a:pt x="1643" y="5025"/>
                    <a:pt x="1619" y="4882"/>
                    <a:pt x="1619" y="4656"/>
                  </a:cubicBezTo>
                  <a:cubicBezTo>
                    <a:pt x="1619" y="3882"/>
                    <a:pt x="1929" y="3513"/>
                    <a:pt x="2227" y="3251"/>
                  </a:cubicBezTo>
                  <a:cubicBezTo>
                    <a:pt x="2286" y="3215"/>
                    <a:pt x="2346" y="3156"/>
                    <a:pt x="2417" y="3108"/>
                  </a:cubicBezTo>
                  <a:cubicBezTo>
                    <a:pt x="2762" y="2858"/>
                    <a:pt x="3179" y="2525"/>
                    <a:pt x="3179" y="1989"/>
                  </a:cubicBezTo>
                  <a:cubicBezTo>
                    <a:pt x="3179" y="1465"/>
                    <a:pt x="2762" y="1144"/>
                    <a:pt x="2108" y="1144"/>
                  </a:cubicBezTo>
                  <a:cubicBezTo>
                    <a:pt x="1417" y="1144"/>
                    <a:pt x="1215" y="1453"/>
                    <a:pt x="1048" y="1691"/>
                  </a:cubicBezTo>
                  <a:cubicBezTo>
                    <a:pt x="941" y="1858"/>
                    <a:pt x="881" y="1918"/>
                    <a:pt x="750" y="1918"/>
                  </a:cubicBezTo>
                  <a:cubicBezTo>
                    <a:pt x="572" y="1918"/>
                    <a:pt x="322" y="1810"/>
                    <a:pt x="322" y="1513"/>
                  </a:cubicBezTo>
                  <a:cubicBezTo>
                    <a:pt x="322" y="1322"/>
                    <a:pt x="429" y="1025"/>
                    <a:pt x="738" y="775"/>
                  </a:cubicBezTo>
                  <a:cubicBezTo>
                    <a:pt x="977" y="572"/>
                    <a:pt x="1405" y="334"/>
                    <a:pt x="2131" y="334"/>
                  </a:cubicBezTo>
                  <a:cubicBezTo>
                    <a:pt x="3298" y="334"/>
                    <a:pt x="4120" y="953"/>
                    <a:pt x="4120" y="1822"/>
                  </a:cubicBezTo>
                  <a:cubicBezTo>
                    <a:pt x="4120" y="2227"/>
                    <a:pt x="3941" y="2644"/>
                    <a:pt x="3596" y="3037"/>
                  </a:cubicBezTo>
                  <a:cubicBezTo>
                    <a:pt x="3524" y="3096"/>
                    <a:pt x="3536" y="3203"/>
                    <a:pt x="3596" y="3263"/>
                  </a:cubicBezTo>
                  <a:cubicBezTo>
                    <a:pt x="3629" y="3290"/>
                    <a:pt x="3669" y="3305"/>
                    <a:pt x="3709" y="3305"/>
                  </a:cubicBezTo>
                  <a:cubicBezTo>
                    <a:pt x="3755" y="3305"/>
                    <a:pt x="3802" y="3284"/>
                    <a:pt x="3834" y="3239"/>
                  </a:cubicBezTo>
                  <a:cubicBezTo>
                    <a:pt x="4239" y="2787"/>
                    <a:pt x="4441" y="2310"/>
                    <a:pt x="4441" y="1810"/>
                  </a:cubicBezTo>
                  <a:cubicBezTo>
                    <a:pt x="4441" y="1287"/>
                    <a:pt x="4203" y="834"/>
                    <a:pt x="3786" y="501"/>
                  </a:cubicBezTo>
                  <a:cubicBezTo>
                    <a:pt x="3370" y="179"/>
                    <a:pt x="2798" y="1"/>
                    <a:pt x="214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2" name="Google Shape;1512;p43"/>
          <p:cNvGrpSpPr/>
          <p:nvPr/>
        </p:nvGrpSpPr>
        <p:grpSpPr>
          <a:xfrm>
            <a:off x="5130393" y="3220263"/>
            <a:ext cx="358069" cy="317995"/>
            <a:chOff x="3584280" y="3699191"/>
            <a:chExt cx="358069" cy="317995"/>
          </a:xfrm>
        </p:grpSpPr>
        <p:sp>
          <p:nvSpPr>
            <p:cNvPr id="1513" name="Google Shape;1513;p43"/>
            <p:cNvSpPr/>
            <p:nvPr/>
          </p:nvSpPr>
          <p:spPr>
            <a:xfrm>
              <a:off x="3584280" y="3699191"/>
              <a:ext cx="358069" cy="317995"/>
            </a:xfrm>
            <a:custGeom>
              <a:avLst/>
              <a:gdLst/>
              <a:ahLst/>
              <a:cxnLst/>
              <a:rect l="l" t="t" r="r" b="b"/>
              <a:pathLst>
                <a:path w="11276" h="10014" extrusionOk="0">
                  <a:moveTo>
                    <a:pt x="5644" y="1"/>
                  </a:moveTo>
                  <a:cubicBezTo>
                    <a:pt x="5203" y="1"/>
                    <a:pt x="4810" y="227"/>
                    <a:pt x="4596" y="620"/>
                  </a:cubicBezTo>
                  <a:lnTo>
                    <a:pt x="822" y="7168"/>
                  </a:lnTo>
                  <a:cubicBezTo>
                    <a:pt x="774" y="7240"/>
                    <a:pt x="798" y="7347"/>
                    <a:pt x="881" y="7395"/>
                  </a:cubicBezTo>
                  <a:cubicBezTo>
                    <a:pt x="903" y="7406"/>
                    <a:pt x="929" y="7411"/>
                    <a:pt x="955" y="7411"/>
                  </a:cubicBezTo>
                  <a:cubicBezTo>
                    <a:pt x="1012" y="7411"/>
                    <a:pt x="1071" y="7384"/>
                    <a:pt x="1096" y="7335"/>
                  </a:cubicBezTo>
                  <a:lnTo>
                    <a:pt x="4882" y="787"/>
                  </a:lnTo>
                  <a:cubicBezTo>
                    <a:pt x="5049" y="513"/>
                    <a:pt x="5322" y="346"/>
                    <a:pt x="5644" y="346"/>
                  </a:cubicBezTo>
                  <a:cubicBezTo>
                    <a:pt x="5953" y="346"/>
                    <a:pt x="6239" y="513"/>
                    <a:pt x="6394" y="787"/>
                  </a:cubicBezTo>
                  <a:lnTo>
                    <a:pt x="10775" y="8359"/>
                  </a:lnTo>
                  <a:cubicBezTo>
                    <a:pt x="10942" y="8621"/>
                    <a:pt x="10942" y="8954"/>
                    <a:pt x="10775" y="9240"/>
                  </a:cubicBezTo>
                  <a:cubicBezTo>
                    <a:pt x="10609" y="9502"/>
                    <a:pt x="10323" y="9669"/>
                    <a:pt x="10013" y="9669"/>
                  </a:cubicBezTo>
                  <a:lnTo>
                    <a:pt x="1262" y="9669"/>
                  </a:lnTo>
                  <a:cubicBezTo>
                    <a:pt x="953" y="9669"/>
                    <a:pt x="667" y="9502"/>
                    <a:pt x="500" y="9240"/>
                  </a:cubicBezTo>
                  <a:cubicBezTo>
                    <a:pt x="346" y="8966"/>
                    <a:pt x="346" y="8645"/>
                    <a:pt x="500" y="8359"/>
                  </a:cubicBezTo>
                  <a:lnTo>
                    <a:pt x="774" y="7895"/>
                  </a:lnTo>
                  <a:cubicBezTo>
                    <a:pt x="822" y="7823"/>
                    <a:pt x="786" y="7716"/>
                    <a:pt x="715" y="7668"/>
                  </a:cubicBezTo>
                  <a:cubicBezTo>
                    <a:pt x="693" y="7657"/>
                    <a:pt x="667" y="7652"/>
                    <a:pt x="641" y="7652"/>
                  </a:cubicBezTo>
                  <a:cubicBezTo>
                    <a:pt x="583" y="7652"/>
                    <a:pt x="521" y="7679"/>
                    <a:pt x="488" y="7728"/>
                  </a:cubicBezTo>
                  <a:lnTo>
                    <a:pt x="227" y="8192"/>
                  </a:lnTo>
                  <a:cubicBezTo>
                    <a:pt x="0" y="8561"/>
                    <a:pt x="0" y="9026"/>
                    <a:pt x="227" y="9395"/>
                  </a:cubicBezTo>
                  <a:cubicBezTo>
                    <a:pt x="441" y="9776"/>
                    <a:pt x="834" y="10014"/>
                    <a:pt x="1262" y="10014"/>
                  </a:cubicBezTo>
                  <a:lnTo>
                    <a:pt x="10013" y="10014"/>
                  </a:lnTo>
                  <a:cubicBezTo>
                    <a:pt x="10442" y="10014"/>
                    <a:pt x="10847" y="9788"/>
                    <a:pt x="11061" y="9395"/>
                  </a:cubicBezTo>
                  <a:cubicBezTo>
                    <a:pt x="11276" y="9026"/>
                    <a:pt x="11276" y="8585"/>
                    <a:pt x="11061" y="8192"/>
                  </a:cubicBezTo>
                  <a:lnTo>
                    <a:pt x="6680" y="620"/>
                  </a:lnTo>
                  <a:cubicBezTo>
                    <a:pt x="6453" y="251"/>
                    <a:pt x="6072" y="1"/>
                    <a:pt x="56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43"/>
            <p:cNvSpPr/>
            <p:nvPr/>
          </p:nvSpPr>
          <p:spPr>
            <a:xfrm>
              <a:off x="3613400" y="3727167"/>
              <a:ext cx="299831" cy="261661"/>
            </a:xfrm>
            <a:custGeom>
              <a:avLst/>
              <a:gdLst/>
              <a:ahLst/>
              <a:cxnLst/>
              <a:rect l="l" t="t" r="r" b="b"/>
              <a:pathLst>
                <a:path w="9442" h="8240" extrusionOk="0">
                  <a:moveTo>
                    <a:pt x="4727" y="358"/>
                  </a:moveTo>
                  <a:lnTo>
                    <a:pt x="9085" y="7907"/>
                  </a:lnTo>
                  <a:lnTo>
                    <a:pt x="381" y="7907"/>
                  </a:lnTo>
                  <a:lnTo>
                    <a:pt x="4727" y="358"/>
                  </a:lnTo>
                  <a:close/>
                  <a:moveTo>
                    <a:pt x="4727" y="1"/>
                  </a:moveTo>
                  <a:cubicBezTo>
                    <a:pt x="4608" y="1"/>
                    <a:pt x="4501" y="60"/>
                    <a:pt x="4441" y="168"/>
                  </a:cubicBezTo>
                  <a:lnTo>
                    <a:pt x="60" y="7740"/>
                  </a:lnTo>
                  <a:cubicBezTo>
                    <a:pt x="0" y="7847"/>
                    <a:pt x="0" y="7966"/>
                    <a:pt x="60" y="8073"/>
                  </a:cubicBezTo>
                  <a:cubicBezTo>
                    <a:pt x="119" y="8192"/>
                    <a:pt x="226" y="8240"/>
                    <a:pt x="345" y="8240"/>
                  </a:cubicBezTo>
                  <a:lnTo>
                    <a:pt x="9096" y="8240"/>
                  </a:lnTo>
                  <a:cubicBezTo>
                    <a:pt x="9216" y="8240"/>
                    <a:pt x="9323" y="8180"/>
                    <a:pt x="9382" y="8073"/>
                  </a:cubicBezTo>
                  <a:cubicBezTo>
                    <a:pt x="9442" y="7966"/>
                    <a:pt x="9442" y="7847"/>
                    <a:pt x="9382" y="7740"/>
                  </a:cubicBezTo>
                  <a:lnTo>
                    <a:pt x="5001" y="168"/>
                  </a:lnTo>
                  <a:cubicBezTo>
                    <a:pt x="4941" y="60"/>
                    <a:pt x="4846" y="1"/>
                    <a:pt x="47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43"/>
            <p:cNvSpPr/>
            <p:nvPr/>
          </p:nvSpPr>
          <p:spPr>
            <a:xfrm>
              <a:off x="3735879" y="3910171"/>
              <a:ext cx="54873" cy="54841"/>
            </a:xfrm>
            <a:custGeom>
              <a:avLst/>
              <a:gdLst/>
              <a:ahLst/>
              <a:cxnLst/>
              <a:rect l="l" t="t" r="r" b="b"/>
              <a:pathLst>
                <a:path w="1728" h="1727" extrusionOk="0">
                  <a:moveTo>
                    <a:pt x="870" y="322"/>
                  </a:moveTo>
                  <a:cubicBezTo>
                    <a:pt x="1168" y="322"/>
                    <a:pt x="1406" y="572"/>
                    <a:pt x="1406" y="870"/>
                  </a:cubicBezTo>
                  <a:cubicBezTo>
                    <a:pt x="1406" y="1167"/>
                    <a:pt x="1168" y="1405"/>
                    <a:pt x="870" y="1405"/>
                  </a:cubicBezTo>
                  <a:cubicBezTo>
                    <a:pt x="572" y="1405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0"/>
                  </a:moveTo>
                  <a:cubicBezTo>
                    <a:pt x="394" y="0"/>
                    <a:pt x="1" y="393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3"/>
                    <a:pt x="1346" y="0"/>
                    <a:pt x="8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43"/>
            <p:cNvSpPr/>
            <p:nvPr/>
          </p:nvSpPr>
          <p:spPr>
            <a:xfrm>
              <a:off x="3738896" y="3788422"/>
              <a:ext cx="49188" cy="114604"/>
            </a:xfrm>
            <a:custGeom>
              <a:avLst/>
              <a:gdLst/>
              <a:ahLst/>
              <a:cxnLst/>
              <a:rect l="l" t="t" r="r" b="b"/>
              <a:pathLst>
                <a:path w="1549" h="3609" extrusionOk="0">
                  <a:moveTo>
                    <a:pt x="572" y="1"/>
                  </a:moveTo>
                  <a:cubicBezTo>
                    <a:pt x="263" y="1"/>
                    <a:pt x="1" y="251"/>
                    <a:pt x="1" y="572"/>
                  </a:cubicBezTo>
                  <a:lnTo>
                    <a:pt x="1" y="3037"/>
                  </a:lnTo>
                  <a:cubicBezTo>
                    <a:pt x="1" y="3346"/>
                    <a:pt x="263" y="3608"/>
                    <a:pt x="572" y="3608"/>
                  </a:cubicBezTo>
                  <a:lnTo>
                    <a:pt x="965" y="3608"/>
                  </a:lnTo>
                  <a:cubicBezTo>
                    <a:pt x="1275" y="3608"/>
                    <a:pt x="1549" y="3358"/>
                    <a:pt x="1549" y="3037"/>
                  </a:cubicBezTo>
                  <a:lnTo>
                    <a:pt x="1549" y="1560"/>
                  </a:lnTo>
                  <a:cubicBezTo>
                    <a:pt x="1549" y="1465"/>
                    <a:pt x="1465" y="1394"/>
                    <a:pt x="1382" y="1394"/>
                  </a:cubicBezTo>
                  <a:cubicBezTo>
                    <a:pt x="1287" y="1394"/>
                    <a:pt x="1215" y="1465"/>
                    <a:pt x="1215" y="1560"/>
                  </a:cubicBezTo>
                  <a:lnTo>
                    <a:pt x="1215" y="3037"/>
                  </a:lnTo>
                  <a:cubicBezTo>
                    <a:pt x="1215" y="3168"/>
                    <a:pt x="1108" y="3275"/>
                    <a:pt x="977" y="3275"/>
                  </a:cubicBezTo>
                  <a:lnTo>
                    <a:pt x="584" y="3275"/>
                  </a:lnTo>
                  <a:cubicBezTo>
                    <a:pt x="453" y="3275"/>
                    <a:pt x="346" y="3168"/>
                    <a:pt x="346" y="3037"/>
                  </a:cubicBezTo>
                  <a:lnTo>
                    <a:pt x="346" y="572"/>
                  </a:lnTo>
                  <a:cubicBezTo>
                    <a:pt x="346" y="441"/>
                    <a:pt x="453" y="334"/>
                    <a:pt x="584" y="334"/>
                  </a:cubicBezTo>
                  <a:lnTo>
                    <a:pt x="977" y="334"/>
                  </a:lnTo>
                  <a:cubicBezTo>
                    <a:pt x="1108" y="334"/>
                    <a:pt x="1215" y="441"/>
                    <a:pt x="1215" y="572"/>
                  </a:cubicBezTo>
                  <a:lnTo>
                    <a:pt x="1215" y="906"/>
                  </a:lnTo>
                  <a:cubicBezTo>
                    <a:pt x="1215" y="989"/>
                    <a:pt x="1287" y="1072"/>
                    <a:pt x="1382" y="1072"/>
                  </a:cubicBezTo>
                  <a:cubicBezTo>
                    <a:pt x="1465" y="1072"/>
                    <a:pt x="1549" y="989"/>
                    <a:pt x="1549" y="906"/>
                  </a:cubicBezTo>
                  <a:lnTo>
                    <a:pt x="1549" y="572"/>
                  </a:lnTo>
                  <a:cubicBezTo>
                    <a:pt x="1549" y="263"/>
                    <a:pt x="1287" y="1"/>
                    <a:pt x="9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17" name="Google Shape;1517;p43"/>
          <p:cNvGrpSpPr/>
          <p:nvPr/>
        </p:nvGrpSpPr>
        <p:grpSpPr>
          <a:xfrm>
            <a:off x="1703918" y="1577780"/>
            <a:ext cx="350166" cy="350198"/>
            <a:chOff x="1308631" y="1507830"/>
            <a:chExt cx="350166" cy="350198"/>
          </a:xfrm>
        </p:grpSpPr>
        <p:sp>
          <p:nvSpPr>
            <p:cNvPr id="1518" name="Google Shape;1518;p43"/>
            <p:cNvSpPr/>
            <p:nvPr/>
          </p:nvSpPr>
          <p:spPr>
            <a:xfrm>
              <a:off x="1308631" y="1507830"/>
              <a:ext cx="350166" cy="350198"/>
            </a:xfrm>
            <a:custGeom>
              <a:avLst/>
              <a:gdLst/>
              <a:ahLst/>
              <a:cxnLst/>
              <a:rect l="l" t="t" r="r" b="b"/>
              <a:pathLst>
                <a:path w="11002" h="11003" extrusionOk="0">
                  <a:moveTo>
                    <a:pt x="6192" y="310"/>
                  </a:moveTo>
                  <a:cubicBezTo>
                    <a:pt x="6192" y="310"/>
                    <a:pt x="6204" y="310"/>
                    <a:pt x="6204" y="334"/>
                  </a:cubicBezTo>
                  <a:lnTo>
                    <a:pt x="6204" y="787"/>
                  </a:lnTo>
                  <a:cubicBezTo>
                    <a:pt x="6204" y="953"/>
                    <a:pt x="6311" y="1084"/>
                    <a:pt x="6477" y="1120"/>
                  </a:cubicBezTo>
                  <a:cubicBezTo>
                    <a:pt x="6989" y="1239"/>
                    <a:pt x="7489" y="1429"/>
                    <a:pt x="7930" y="1715"/>
                  </a:cubicBezTo>
                  <a:cubicBezTo>
                    <a:pt x="7986" y="1751"/>
                    <a:pt x="8048" y="1769"/>
                    <a:pt x="8110" y="1769"/>
                  </a:cubicBezTo>
                  <a:cubicBezTo>
                    <a:pt x="8194" y="1769"/>
                    <a:pt x="8278" y="1736"/>
                    <a:pt x="8347" y="1668"/>
                  </a:cubicBezTo>
                  <a:lnTo>
                    <a:pt x="8680" y="1346"/>
                  </a:lnTo>
                  <a:lnTo>
                    <a:pt x="8692" y="1346"/>
                  </a:lnTo>
                  <a:lnTo>
                    <a:pt x="9656" y="2311"/>
                  </a:lnTo>
                  <a:lnTo>
                    <a:pt x="9656" y="2322"/>
                  </a:lnTo>
                  <a:lnTo>
                    <a:pt x="9335" y="2656"/>
                  </a:lnTo>
                  <a:cubicBezTo>
                    <a:pt x="9228" y="2751"/>
                    <a:pt x="9192" y="2930"/>
                    <a:pt x="9287" y="3073"/>
                  </a:cubicBezTo>
                  <a:cubicBezTo>
                    <a:pt x="9573" y="3513"/>
                    <a:pt x="9775" y="4001"/>
                    <a:pt x="9883" y="4525"/>
                  </a:cubicBezTo>
                  <a:cubicBezTo>
                    <a:pt x="9906" y="4680"/>
                    <a:pt x="10049" y="4799"/>
                    <a:pt x="10204" y="4799"/>
                  </a:cubicBezTo>
                  <a:lnTo>
                    <a:pt x="10668" y="4799"/>
                  </a:lnTo>
                  <a:cubicBezTo>
                    <a:pt x="10668" y="4799"/>
                    <a:pt x="10680" y="4799"/>
                    <a:pt x="10680" y="4811"/>
                  </a:cubicBezTo>
                  <a:lnTo>
                    <a:pt x="10657" y="6216"/>
                  </a:lnTo>
                  <a:lnTo>
                    <a:pt x="10192" y="6216"/>
                  </a:lnTo>
                  <a:cubicBezTo>
                    <a:pt x="10026" y="6216"/>
                    <a:pt x="9895" y="6311"/>
                    <a:pt x="9871" y="6478"/>
                  </a:cubicBezTo>
                  <a:cubicBezTo>
                    <a:pt x="9752" y="7002"/>
                    <a:pt x="9549" y="7490"/>
                    <a:pt x="9275" y="7942"/>
                  </a:cubicBezTo>
                  <a:cubicBezTo>
                    <a:pt x="9180" y="8073"/>
                    <a:pt x="9192" y="8240"/>
                    <a:pt x="9311" y="8359"/>
                  </a:cubicBezTo>
                  <a:lnTo>
                    <a:pt x="9645" y="8680"/>
                  </a:lnTo>
                  <a:lnTo>
                    <a:pt x="9645" y="8692"/>
                  </a:lnTo>
                  <a:lnTo>
                    <a:pt x="8680" y="9669"/>
                  </a:lnTo>
                  <a:lnTo>
                    <a:pt x="8656" y="9669"/>
                  </a:lnTo>
                  <a:lnTo>
                    <a:pt x="8335" y="9335"/>
                  </a:lnTo>
                  <a:cubicBezTo>
                    <a:pt x="8271" y="9272"/>
                    <a:pt x="8183" y="9237"/>
                    <a:pt x="8094" y="9237"/>
                  </a:cubicBezTo>
                  <a:cubicBezTo>
                    <a:pt x="8033" y="9237"/>
                    <a:pt x="7971" y="9254"/>
                    <a:pt x="7918" y="9288"/>
                  </a:cubicBezTo>
                  <a:cubicBezTo>
                    <a:pt x="7466" y="9573"/>
                    <a:pt x="6978" y="9788"/>
                    <a:pt x="6454" y="9883"/>
                  </a:cubicBezTo>
                  <a:cubicBezTo>
                    <a:pt x="6311" y="9919"/>
                    <a:pt x="6192" y="10050"/>
                    <a:pt x="6192" y="10216"/>
                  </a:cubicBezTo>
                  <a:lnTo>
                    <a:pt x="6192" y="10681"/>
                  </a:lnTo>
                  <a:cubicBezTo>
                    <a:pt x="6192" y="10681"/>
                    <a:pt x="6192" y="10693"/>
                    <a:pt x="6168" y="10693"/>
                  </a:cubicBezTo>
                  <a:lnTo>
                    <a:pt x="4811" y="10693"/>
                  </a:lnTo>
                  <a:cubicBezTo>
                    <a:pt x="4811" y="10693"/>
                    <a:pt x="4787" y="10693"/>
                    <a:pt x="4787" y="10681"/>
                  </a:cubicBezTo>
                  <a:lnTo>
                    <a:pt x="4787" y="10216"/>
                  </a:lnTo>
                  <a:cubicBezTo>
                    <a:pt x="4787" y="10050"/>
                    <a:pt x="4692" y="9919"/>
                    <a:pt x="4525" y="9883"/>
                  </a:cubicBezTo>
                  <a:cubicBezTo>
                    <a:pt x="4001" y="9764"/>
                    <a:pt x="3513" y="9573"/>
                    <a:pt x="3060" y="9288"/>
                  </a:cubicBezTo>
                  <a:cubicBezTo>
                    <a:pt x="3001" y="9264"/>
                    <a:pt x="2941" y="9228"/>
                    <a:pt x="2882" y="9228"/>
                  </a:cubicBezTo>
                  <a:cubicBezTo>
                    <a:pt x="2798" y="9228"/>
                    <a:pt x="2715" y="9264"/>
                    <a:pt x="2644" y="9335"/>
                  </a:cubicBezTo>
                  <a:lnTo>
                    <a:pt x="2322" y="9669"/>
                  </a:lnTo>
                  <a:lnTo>
                    <a:pt x="2298" y="9669"/>
                  </a:lnTo>
                  <a:lnTo>
                    <a:pt x="1334" y="8692"/>
                  </a:lnTo>
                  <a:lnTo>
                    <a:pt x="1334" y="8680"/>
                  </a:lnTo>
                  <a:lnTo>
                    <a:pt x="1667" y="8359"/>
                  </a:lnTo>
                  <a:cubicBezTo>
                    <a:pt x="1763" y="8252"/>
                    <a:pt x="1798" y="8073"/>
                    <a:pt x="1703" y="7942"/>
                  </a:cubicBezTo>
                  <a:cubicBezTo>
                    <a:pt x="1429" y="7490"/>
                    <a:pt x="1215" y="7002"/>
                    <a:pt x="1108" y="6478"/>
                  </a:cubicBezTo>
                  <a:cubicBezTo>
                    <a:pt x="1084" y="6335"/>
                    <a:pt x="953" y="6216"/>
                    <a:pt x="786" y="6216"/>
                  </a:cubicBezTo>
                  <a:lnTo>
                    <a:pt x="322" y="6216"/>
                  </a:lnTo>
                  <a:cubicBezTo>
                    <a:pt x="322" y="6216"/>
                    <a:pt x="310" y="6216"/>
                    <a:pt x="310" y="6192"/>
                  </a:cubicBezTo>
                  <a:lnTo>
                    <a:pt x="310" y="4811"/>
                  </a:lnTo>
                  <a:cubicBezTo>
                    <a:pt x="310" y="4811"/>
                    <a:pt x="310" y="4799"/>
                    <a:pt x="322" y="4799"/>
                  </a:cubicBezTo>
                  <a:lnTo>
                    <a:pt x="786" y="4799"/>
                  </a:lnTo>
                  <a:cubicBezTo>
                    <a:pt x="953" y="4799"/>
                    <a:pt x="1084" y="4692"/>
                    <a:pt x="1108" y="4525"/>
                  </a:cubicBezTo>
                  <a:cubicBezTo>
                    <a:pt x="1227" y="4001"/>
                    <a:pt x="1429" y="3513"/>
                    <a:pt x="1703" y="3073"/>
                  </a:cubicBezTo>
                  <a:cubicBezTo>
                    <a:pt x="1798" y="2930"/>
                    <a:pt x="1786" y="2775"/>
                    <a:pt x="1667" y="2656"/>
                  </a:cubicBezTo>
                  <a:lnTo>
                    <a:pt x="1334" y="2322"/>
                  </a:lnTo>
                  <a:lnTo>
                    <a:pt x="1334" y="2311"/>
                  </a:lnTo>
                  <a:lnTo>
                    <a:pt x="2298" y="1346"/>
                  </a:lnTo>
                  <a:lnTo>
                    <a:pt x="2322" y="1346"/>
                  </a:lnTo>
                  <a:lnTo>
                    <a:pt x="2644" y="1668"/>
                  </a:lnTo>
                  <a:cubicBezTo>
                    <a:pt x="2707" y="1731"/>
                    <a:pt x="2796" y="1765"/>
                    <a:pt x="2885" y="1765"/>
                  </a:cubicBezTo>
                  <a:cubicBezTo>
                    <a:pt x="2946" y="1765"/>
                    <a:pt x="3007" y="1749"/>
                    <a:pt x="3060" y="1715"/>
                  </a:cubicBezTo>
                  <a:cubicBezTo>
                    <a:pt x="3513" y="1429"/>
                    <a:pt x="4001" y="1227"/>
                    <a:pt x="4525" y="1120"/>
                  </a:cubicBezTo>
                  <a:cubicBezTo>
                    <a:pt x="4668" y="1084"/>
                    <a:pt x="4787" y="953"/>
                    <a:pt x="4787" y="787"/>
                  </a:cubicBezTo>
                  <a:lnTo>
                    <a:pt x="4787" y="334"/>
                  </a:lnTo>
                  <a:cubicBezTo>
                    <a:pt x="4787" y="334"/>
                    <a:pt x="4787" y="310"/>
                    <a:pt x="4811" y="310"/>
                  </a:cubicBezTo>
                  <a:close/>
                  <a:moveTo>
                    <a:pt x="4811" y="1"/>
                  </a:moveTo>
                  <a:cubicBezTo>
                    <a:pt x="4632" y="1"/>
                    <a:pt x="4477" y="156"/>
                    <a:pt x="4477" y="334"/>
                  </a:cubicBezTo>
                  <a:lnTo>
                    <a:pt x="4477" y="798"/>
                  </a:lnTo>
                  <a:cubicBezTo>
                    <a:pt x="4477" y="798"/>
                    <a:pt x="4477" y="810"/>
                    <a:pt x="4465" y="810"/>
                  </a:cubicBezTo>
                  <a:cubicBezTo>
                    <a:pt x="3918" y="929"/>
                    <a:pt x="3370" y="1156"/>
                    <a:pt x="2906" y="1453"/>
                  </a:cubicBezTo>
                  <a:lnTo>
                    <a:pt x="2882" y="1453"/>
                  </a:lnTo>
                  <a:lnTo>
                    <a:pt x="2560" y="1120"/>
                  </a:lnTo>
                  <a:cubicBezTo>
                    <a:pt x="2495" y="1054"/>
                    <a:pt x="2408" y="1022"/>
                    <a:pt x="2322" y="1022"/>
                  </a:cubicBezTo>
                  <a:cubicBezTo>
                    <a:pt x="2236" y="1022"/>
                    <a:pt x="2150" y="1054"/>
                    <a:pt x="2084" y="1120"/>
                  </a:cubicBezTo>
                  <a:lnTo>
                    <a:pt x="1120" y="2084"/>
                  </a:lnTo>
                  <a:cubicBezTo>
                    <a:pt x="977" y="2215"/>
                    <a:pt x="977" y="2430"/>
                    <a:pt x="1120" y="2561"/>
                  </a:cubicBezTo>
                  <a:lnTo>
                    <a:pt x="1441" y="2894"/>
                  </a:lnTo>
                  <a:lnTo>
                    <a:pt x="1441" y="2906"/>
                  </a:lnTo>
                  <a:cubicBezTo>
                    <a:pt x="1132" y="3382"/>
                    <a:pt x="917" y="3906"/>
                    <a:pt x="798" y="4466"/>
                  </a:cubicBezTo>
                  <a:cubicBezTo>
                    <a:pt x="798" y="4466"/>
                    <a:pt x="798" y="4489"/>
                    <a:pt x="786" y="4489"/>
                  </a:cubicBezTo>
                  <a:lnTo>
                    <a:pt x="322" y="4489"/>
                  </a:lnTo>
                  <a:cubicBezTo>
                    <a:pt x="143" y="4489"/>
                    <a:pt x="0" y="4632"/>
                    <a:pt x="0" y="4811"/>
                  </a:cubicBezTo>
                  <a:lnTo>
                    <a:pt x="0" y="6192"/>
                  </a:lnTo>
                  <a:cubicBezTo>
                    <a:pt x="0" y="6371"/>
                    <a:pt x="143" y="6525"/>
                    <a:pt x="322" y="6525"/>
                  </a:cubicBezTo>
                  <a:lnTo>
                    <a:pt x="786" y="6525"/>
                  </a:lnTo>
                  <a:cubicBezTo>
                    <a:pt x="786" y="6525"/>
                    <a:pt x="798" y="6525"/>
                    <a:pt x="798" y="6537"/>
                  </a:cubicBezTo>
                  <a:cubicBezTo>
                    <a:pt x="917" y="7085"/>
                    <a:pt x="1143" y="7621"/>
                    <a:pt x="1441" y="8097"/>
                  </a:cubicBezTo>
                  <a:lnTo>
                    <a:pt x="1441" y="8121"/>
                  </a:lnTo>
                  <a:lnTo>
                    <a:pt x="1120" y="8442"/>
                  </a:lnTo>
                  <a:cubicBezTo>
                    <a:pt x="977" y="8573"/>
                    <a:pt x="977" y="8788"/>
                    <a:pt x="1120" y="8918"/>
                  </a:cubicBezTo>
                  <a:lnTo>
                    <a:pt x="2084" y="9883"/>
                  </a:lnTo>
                  <a:cubicBezTo>
                    <a:pt x="2150" y="9954"/>
                    <a:pt x="2236" y="9990"/>
                    <a:pt x="2322" y="9990"/>
                  </a:cubicBezTo>
                  <a:cubicBezTo>
                    <a:pt x="2408" y="9990"/>
                    <a:pt x="2495" y="9954"/>
                    <a:pt x="2560" y="9883"/>
                  </a:cubicBezTo>
                  <a:lnTo>
                    <a:pt x="2882" y="9561"/>
                  </a:lnTo>
                  <a:lnTo>
                    <a:pt x="2906" y="9561"/>
                  </a:lnTo>
                  <a:cubicBezTo>
                    <a:pt x="3370" y="9871"/>
                    <a:pt x="3894" y="10085"/>
                    <a:pt x="4465" y="10204"/>
                  </a:cubicBezTo>
                  <a:cubicBezTo>
                    <a:pt x="4465" y="10204"/>
                    <a:pt x="4477" y="10204"/>
                    <a:pt x="4477" y="10216"/>
                  </a:cubicBezTo>
                  <a:lnTo>
                    <a:pt x="4477" y="10681"/>
                  </a:lnTo>
                  <a:cubicBezTo>
                    <a:pt x="4477" y="10859"/>
                    <a:pt x="4632" y="11002"/>
                    <a:pt x="4811" y="11002"/>
                  </a:cubicBezTo>
                  <a:lnTo>
                    <a:pt x="6192" y="11002"/>
                  </a:lnTo>
                  <a:cubicBezTo>
                    <a:pt x="6370" y="11002"/>
                    <a:pt x="6513" y="10859"/>
                    <a:pt x="6513" y="10681"/>
                  </a:cubicBezTo>
                  <a:lnTo>
                    <a:pt x="6513" y="10216"/>
                  </a:lnTo>
                  <a:cubicBezTo>
                    <a:pt x="6513" y="10216"/>
                    <a:pt x="6513" y="10204"/>
                    <a:pt x="6537" y="10204"/>
                  </a:cubicBezTo>
                  <a:cubicBezTo>
                    <a:pt x="7085" y="10085"/>
                    <a:pt x="7620" y="9859"/>
                    <a:pt x="8097" y="9561"/>
                  </a:cubicBezTo>
                  <a:lnTo>
                    <a:pt x="8109" y="9561"/>
                  </a:lnTo>
                  <a:lnTo>
                    <a:pt x="8442" y="9883"/>
                  </a:lnTo>
                  <a:cubicBezTo>
                    <a:pt x="8507" y="9954"/>
                    <a:pt x="8591" y="9990"/>
                    <a:pt x="8676" y="9990"/>
                  </a:cubicBezTo>
                  <a:cubicBezTo>
                    <a:pt x="8760" y="9990"/>
                    <a:pt x="8847" y="9954"/>
                    <a:pt x="8918" y="9883"/>
                  </a:cubicBezTo>
                  <a:lnTo>
                    <a:pt x="9883" y="8918"/>
                  </a:lnTo>
                  <a:cubicBezTo>
                    <a:pt x="10014" y="8788"/>
                    <a:pt x="10014" y="8573"/>
                    <a:pt x="9883" y="8442"/>
                  </a:cubicBezTo>
                  <a:lnTo>
                    <a:pt x="9549" y="8121"/>
                  </a:lnTo>
                  <a:lnTo>
                    <a:pt x="9549" y="8097"/>
                  </a:lnTo>
                  <a:cubicBezTo>
                    <a:pt x="9871" y="7621"/>
                    <a:pt x="10073" y="7109"/>
                    <a:pt x="10192" y="6537"/>
                  </a:cubicBezTo>
                  <a:cubicBezTo>
                    <a:pt x="10192" y="6537"/>
                    <a:pt x="10192" y="6525"/>
                    <a:pt x="10204" y="6525"/>
                  </a:cubicBezTo>
                  <a:lnTo>
                    <a:pt x="10668" y="6525"/>
                  </a:lnTo>
                  <a:cubicBezTo>
                    <a:pt x="10847" y="6525"/>
                    <a:pt x="11002" y="6371"/>
                    <a:pt x="11002" y="6192"/>
                  </a:cubicBezTo>
                  <a:lnTo>
                    <a:pt x="11002" y="4811"/>
                  </a:lnTo>
                  <a:cubicBezTo>
                    <a:pt x="10978" y="4632"/>
                    <a:pt x="10835" y="4489"/>
                    <a:pt x="10657" y="4489"/>
                  </a:cubicBezTo>
                  <a:lnTo>
                    <a:pt x="10192" y="4489"/>
                  </a:lnTo>
                  <a:cubicBezTo>
                    <a:pt x="10192" y="4489"/>
                    <a:pt x="10180" y="4489"/>
                    <a:pt x="10180" y="4466"/>
                  </a:cubicBezTo>
                  <a:cubicBezTo>
                    <a:pt x="10061" y="3918"/>
                    <a:pt x="9835" y="3382"/>
                    <a:pt x="9537" y="2906"/>
                  </a:cubicBezTo>
                  <a:lnTo>
                    <a:pt x="9537" y="2894"/>
                  </a:lnTo>
                  <a:lnTo>
                    <a:pt x="9859" y="2561"/>
                  </a:lnTo>
                  <a:cubicBezTo>
                    <a:pt x="10002" y="2430"/>
                    <a:pt x="10002" y="2215"/>
                    <a:pt x="9859" y="2084"/>
                  </a:cubicBezTo>
                  <a:lnTo>
                    <a:pt x="8894" y="1120"/>
                  </a:lnTo>
                  <a:cubicBezTo>
                    <a:pt x="8829" y="1054"/>
                    <a:pt x="8743" y="1022"/>
                    <a:pt x="8656" y="1022"/>
                  </a:cubicBezTo>
                  <a:cubicBezTo>
                    <a:pt x="8570" y="1022"/>
                    <a:pt x="8484" y="1054"/>
                    <a:pt x="8418" y="1120"/>
                  </a:cubicBezTo>
                  <a:lnTo>
                    <a:pt x="8097" y="1453"/>
                  </a:lnTo>
                  <a:lnTo>
                    <a:pt x="8073" y="1453"/>
                  </a:lnTo>
                  <a:cubicBezTo>
                    <a:pt x="7597" y="1132"/>
                    <a:pt x="7085" y="929"/>
                    <a:pt x="6513" y="810"/>
                  </a:cubicBezTo>
                  <a:cubicBezTo>
                    <a:pt x="6513" y="810"/>
                    <a:pt x="6501" y="810"/>
                    <a:pt x="6501" y="798"/>
                  </a:cubicBezTo>
                  <a:lnTo>
                    <a:pt x="6501" y="334"/>
                  </a:lnTo>
                  <a:cubicBezTo>
                    <a:pt x="6501" y="156"/>
                    <a:pt x="6346" y="1"/>
                    <a:pt x="6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43"/>
            <p:cNvSpPr/>
            <p:nvPr/>
          </p:nvSpPr>
          <p:spPr>
            <a:xfrm>
              <a:off x="1373049" y="1574063"/>
              <a:ext cx="181544" cy="179730"/>
            </a:xfrm>
            <a:custGeom>
              <a:avLst/>
              <a:gdLst/>
              <a:ahLst/>
              <a:cxnLst/>
              <a:rect l="l" t="t" r="r" b="b"/>
              <a:pathLst>
                <a:path w="5704" h="5647" extrusionOk="0">
                  <a:moveTo>
                    <a:pt x="3449" y="0"/>
                  </a:moveTo>
                  <a:cubicBezTo>
                    <a:pt x="3399" y="0"/>
                    <a:pt x="3349" y="1"/>
                    <a:pt x="3299" y="3"/>
                  </a:cubicBezTo>
                  <a:cubicBezTo>
                    <a:pt x="2453" y="51"/>
                    <a:pt x="1644" y="408"/>
                    <a:pt x="1036" y="1003"/>
                  </a:cubicBezTo>
                  <a:cubicBezTo>
                    <a:pt x="429" y="1611"/>
                    <a:pt x="84" y="2396"/>
                    <a:pt x="48" y="3266"/>
                  </a:cubicBezTo>
                  <a:cubicBezTo>
                    <a:pt x="1" y="4111"/>
                    <a:pt x="262" y="4933"/>
                    <a:pt x="798" y="5587"/>
                  </a:cubicBezTo>
                  <a:cubicBezTo>
                    <a:pt x="834" y="5635"/>
                    <a:pt x="882" y="5647"/>
                    <a:pt x="917" y="5647"/>
                  </a:cubicBezTo>
                  <a:cubicBezTo>
                    <a:pt x="953" y="5647"/>
                    <a:pt x="1001" y="5635"/>
                    <a:pt x="1024" y="5623"/>
                  </a:cubicBezTo>
                  <a:cubicBezTo>
                    <a:pt x="1096" y="5564"/>
                    <a:pt x="1096" y="5456"/>
                    <a:pt x="1060" y="5397"/>
                  </a:cubicBezTo>
                  <a:cubicBezTo>
                    <a:pt x="584" y="4802"/>
                    <a:pt x="322" y="4051"/>
                    <a:pt x="370" y="3278"/>
                  </a:cubicBezTo>
                  <a:cubicBezTo>
                    <a:pt x="417" y="2504"/>
                    <a:pt x="727" y="1777"/>
                    <a:pt x="1274" y="1242"/>
                  </a:cubicBezTo>
                  <a:cubicBezTo>
                    <a:pt x="1834" y="694"/>
                    <a:pt x="2560" y="384"/>
                    <a:pt x="3322" y="337"/>
                  </a:cubicBezTo>
                  <a:cubicBezTo>
                    <a:pt x="3385" y="333"/>
                    <a:pt x="3447" y="331"/>
                    <a:pt x="3509" y="331"/>
                  </a:cubicBezTo>
                  <a:cubicBezTo>
                    <a:pt x="4215" y="331"/>
                    <a:pt x="4883" y="578"/>
                    <a:pt x="5430" y="1015"/>
                  </a:cubicBezTo>
                  <a:cubicBezTo>
                    <a:pt x="5461" y="1041"/>
                    <a:pt x="5496" y="1053"/>
                    <a:pt x="5531" y="1053"/>
                  </a:cubicBezTo>
                  <a:cubicBezTo>
                    <a:pt x="5577" y="1053"/>
                    <a:pt x="5622" y="1032"/>
                    <a:pt x="5656" y="992"/>
                  </a:cubicBezTo>
                  <a:cubicBezTo>
                    <a:pt x="5704" y="920"/>
                    <a:pt x="5680" y="813"/>
                    <a:pt x="5620" y="765"/>
                  </a:cubicBezTo>
                  <a:cubicBezTo>
                    <a:pt x="5005" y="262"/>
                    <a:pt x="4232" y="0"/>
                    <a:pt x="344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1520;p43"/>
            <p:cNvSpPr/>
            <p:nvPr/>
          </p:nvSpPr>
          <p:spPr>
            <a:xfrm>
              <a:off x="1411338" y="1606368"/>
              <a:ext cx="182276" cy="186477"/>
            </a:xfrm>
            <a:custGeom>
              <a:avLst/>
              <a:gdLst/>
              <a:ahLst/>
              <a:cxnLst/>
              <a:rect l="l" t="t" r="r" b="b"/>
              <a:pathLst>
                <a:path w="5727" h="5859" extrusionOk="0">
                  <a:moveTo>
                    <a:pt x="3286" y="334"/>
                  </a:moveTo>
                  <a:lnTo>
                    <a:pt x="3286" y="1000"/>
                  </a:lnTo>
                  <a:cubicBezTo>
                    <a:pt x="3286" y="1108"/>
                    <a:pt x="3262" y="1227"/>
                    <a:pt x="3215" y="1310"/>
                  </a:cubicBezTo>
                  <a:lnTo>
                    <a:pt x="3143" y="1477"/>
                  </a:lnTo>
                  <a:cubicBezTo>
                    <a:pt x="3119" y="1501"/>
                    <a:pt x="3119" y="1524"/>
                    <a:pt x="3119" y="1548"/>
                  </a:cubicBezTo>
                  <a:lnTo>
                    <a:pt x="3119" y="1893"/>
                  </a:lnTo>
                  <a:cubicBezTo>
                    <a:pt x="3119" y="2132"/>
                    <a:pt x="3036" y="2358"/>
                    <a:pt x="2858" y="2524"/>
                  </a:cubicBezTo>
                  <a:cubicBezTo>
                    <a:pt x="2691" y="2679"/>
                    <a:pt x="2453" y="2775"/>
                    <a:pt x="2215" y="2775"/>
                  </a:cubicBezTo>
                  <a:cubicBezTo>
                    <a:pt x="1774" y="2763"/>
                    <a:pt x="1381" y="2346"/>
                    <a:pt x="1381" y="1846"/>
                  </a:cubicBezTo>
                  <a:lnTo>
                    <a:pt x="1381" y="1548"/>
                  </a:lnTo>
                  <a:cubicBezTo>
                    <a:pt x="1381" y="1524"/>
                    <a:pt x="1381" y="1501"/>
                    <a:pt x="1369" y="1477"/>
                  </a:cubicBezTo>
                  <a:lnTo>
                    <a:pt x="1262" y="1286"/>
                  </a:lnTo>
                  <a:cubicBezTo>
                    <a:pt x="1238" y="1203"/>
                    <a:pt x="1203" y="1131"/>
                    <a:pt x="1203" y="1048"/>
                  </a:cubicBezTo>
                  <a:lnTo>
                    <a:pt x="1203" y="1024"/>
                  </a:lnTo>
                  <a:cubicBezTo>
                    <a:pt x="1203" y="643"/>
                    <a:pt x="1524" y="334"/>
                    <a:pt x="1905" y="334"/>
                  </a:cubicBezTo>
                  <a:close/>
                  <a:moveTo>
                    <a:pt x="2608" y="3025"/>
                  </a:moveTo>
                  <a:cubicBezTo>
                    <a:pt x="2619" y="3084"/>
                    <a:pt x="2631" y="3132"/>
                    <a:pt x="2655" y="3179"/>
                  </a:cubicBezTo>
                  <a:lnTo>
                    <a:pt x="2512" y="3310"/>
                  </a:lnTo>
                  <a:cubicBezTo>
                    <a:pt x="2441" y="3382"/>
                    <a:pt x="2357" y="3417"/>
                    <a:pt x="2262" y="3417"/>
                  </a:cubicBezTo>
                  <a:cubicBezTo>
                    <a:pt x="2179" y="3417"/>
                    <a:pt x="2084" y="3382"/>
                    <a:pt x="2012" y="3310"/>
                  </a:cubicBezTo>
                  <a:lnTo>
                    <a:pt x="1881" y="3179"/>
                  </a:lnTo>
                  <a:cubicBezTo>
                    <a:pt x="1893" y="3132"/>
                    <a:pt x="1905" y="3084"/>
                    <a:pt x="1905" y="3025"/>
                  </a:cubicBezTo>
                  <a:cubicBezTo>
                    <a:pt x="2012" y="3060"/>
                    <a:pt x="2119" y="3084"/>
                    <a:pt x="2215" y="3084"/>
                  </a:cubicBezTo>
                  <a:lnTo>
                    <a:pt x="2250" y="3084"/>
                  </a:lnTo>
                  <a:cubicBezTo>
                    <a:pt x="2369" y="3084"/>
                    <a:pt x="2488" y="3072"/>
                    <a:pt x="2608" y="3025"/>
                  </a:cubicBezTo>
                  <a:close/>
                  <a:moveTo>
                    <a:pt x="2810" y="3441"/>
                  </a:moveTo>
                  <a:cubicBezTo>
                    <a:pt x="2858" y="3477"/>
                    <a:pt x="2905" y="3489"/>
                    <a:pt x="2941" y="3501"/>
                  </a:cubicBezTo>
                  <a:lnTo>
                    <a:pt x="3524" y="3667"/>
                  </a:lnTo>
                  <a:cubicBezTo>
                    <a:pt x="3679" y="3715"/>
                    <a:pt x="3774" y="3846"/>
                    <a:pt x="3774" y="4013"/>
                  </a:cubicBezTo>
                  <a:lnTo>
                    <a:pt x="3774" y="5108"/>
                  </a:lnTo>
                  <a:lnTo>
                    <a:pt x="3822" y="5108"/>
                  </a:lnTo>
                  <a:cubicBezTo>
                    <a:pt x="3703" y="5180"/>
                    <a:pt x="3584" y="5239"/>
                    <a:pt x="3453" y="5287"/>
                  </a:cubicBezTo>
                  <a:lnTo>
                    <a:pt x="3453" y="4310"/>
                  </a:lnTo>
                  <a:cubicBezTo>
                    <a:pt x="3453" y="4215"/>
                    <a:pt x="3381" y="4144"/>
                    <a:pt x="3286" y="4144"/>
                  </a:cubicBezTo>
                  <a:cubicBezTo>
                    <a:pt x="3203" y="4144"/>
                    <a:pt x="3119" y="4215"/>
                    <a:pt x="3119" y="4310"/>
                  </a:cubicBezTo>
                  <a:lnTo>
                    <a:pt x="3119" y="5394"/>
                  </a:lnTo>
                  <a:cubicBezTo>
                    <a:pt x="2881" y="5465"/>
                    <a:pt x="2655" y="5501"/>
                    <a:pt x="2405" y="5513"/>
                  </a:cubicBezTo>
                  <a:lnTo>
                    <a:pt x="2262" y="5513"/>
                  </a:lnTo>
                  <a:cubicBezTo>
                    <a:pt x="1965" y="5513"/>
                    <a:pt x="1667" y="5465"/>
                    <a:pt x="1381" y="5394"/>
                  </a:cubicBezTo>
                  <a:lnTo>
                    <a:pt x="1381" y="4310"/>
                  </a:lnTo>
                  <a:cubicBezTo>
                    <a:pt x="1381" y="4215"/>
                    <a:pt x="1310" y="4144"/>
                    <a:pt x="1214" y="4144"/>
                  </a:cubicBezTo>
                  <a:cubicBezTo>
                    <a:pt x="1131" y="4144"/>
                    <a:pt x="1060" y="4215"/>
                    <a:pt x="1060" y="4310"/>
                  </a:cubicBezTo>
                  <a:lnTo>
                    <a:pt x="1060" y="5287"/>
                  </a:lnTo>
                  <a:cubicBezTo>
                    <a:pt x="941" y="5227"/>
                    <a:pt x="798" y="5168"/>
                    <a:pt x="679" y="5108"/>
                  </a:cubicBezTo>
                  <a:lnTo>
                    <a:pt x="679" y="4013"/>
                  </a:lnTo>
                  <a:cubicBezTo>
                    <a:pt x="679" y="3846"/>
                    <a:pt x="786" y="3715"/>
                    <a:pt x="941" y="3667"/>
                  </a:cubicBezTo>
                  <a:lnTo>
                    <a:pt x="1512" y="3501"/>
                  </a:lnTo>
                  <a:cubicBezTo>
                    <a:pt x="1560" y="3489"/>
                    <a:pt x="1619" y="3477"/>
                    <a:pt x="1655" y="3441"/>
                  </a:cubicBezTo>
                  <a:lnTo>
                    <a:pt x="1750" y="3548"/>
                  </a:lnTo>
                  <a:cubicBezTo>
                    <a:pt x="1893" y="3679"/>
                    <a:pt x="2072" y="3739"/>
                    <a:pt x="2227" y="3739"/>
                  </a:cubicBezTo>
                  <a:cubicBezTo>
                    <a:pt x="2393" y="3739"/>
                    <a:pt x="2572" y="3679"/>
                    <a:pt x="2703" y="3548"/>
                  </a:cubicBezTo>
                  <a:lnTo>
                    <a:pt x="2810" y="3441"/>
                  </a:lnTo>
                  <a:close/>
                  <a:moveTo>
                    <a:pt x="1893" y="0"/>
                  </a:moveTo>
                  <a:cubicBezTo>
                    <a:pt x="1322" y="0"/>
                    <a:pt x="869" y="465"/>
                    <a:pt x="869" y="1024"/>
                  </a:cubicBezTo>
                  <a:lnTo>
                    <a:pt x="869" y="1048"/>
                  </a:lnTo>
                  <a:cubicBezTo>
                    <a:pt x="869" y="1179"/>
                    <a:pt x="893" y="1310"/>
                    <a:pt x="953" y="1429"/>
                  </a:cubicBezTo>
                  <a:lnTo>
                    <a:pt x="1048" y="1596"/>
                  </a:lnTo>
                  <a:lnTo>
                    <a:pt x="1048" y="1870"/>
                  </a:lnTo>
                  <a:cubicBezTo>
                    <a:pt x="1048" y="2286"/>
                    <a:pt x="1250" y="2655"/>
                    <a:pt x="1560" y="2882"/>
                  </a:cubicBezTo>
                  <a:lnTo>
                    <a:pt x="1560" y="3025"/>
                  </a:lnTo>
                  <a:cubicBezTo>
                    <a:pt x="1560" y="3096"/>
                    <a:pt x="1500" y="3179"/>
                    <a:pt x="1429" y="3203"/>
                  </a:cubicBezTo>
                  <a:lnTo>
                    <a:pt x="845" y="3370"/>
                  </a:lnTo>
                  <a:cubicBezTo>
                    <a:pt x="572" y="3453"/>
                    <a:pt x="357" y="3727"/>
                    <a:pt x="357" y="4025"/>
                  </a:cubicBezTo>
                  <a:lnTo>
                    <a:pt x="357" y="4906"/>
                  </a:lnTo>
                  <a:cubicBezTo>
                    <a:pt x="333" y="4882"/>
                    <a:pt x="310" y="4858"/>
                    <a:pt x="286" y="4846"/>
                  </a:cubicBezTo>
                  <a:cubicBezTo>
                    <a:pt x="255" y="4820"/>
                    <a:pt x="220" y="4808"/>
                    <a:pt x="185" y="4808"/>
                  </a:cubicBezTo>
                  <a:cubicBezTo>
                    <a:pt x="139" y="4808"/>
                    <a:pt x="93" y="4829"/>
                    <a:pt x="60" y="4870"/>
                  </a:cubicBezTo>
                  <a:cubicBezTo>
                    <a:pt x="0" y="4941"/>
                    <a:pt x="12" y="5037"/>
                    <a:pt x="95" y="5096"/>
                  </a:cubicBezTo>
                  <a:cubicBezTo>
                    <a:pt x="703" y="5584"/>
                    <a:pt x="1465" y="5858"/>
                    <a:pt x="2250" y="5858"/>
                  </a:cubicBezTo>
                  <a:lnTo>
                    <a:pt x="2417" y="5858"/>
                  </a:lnTo>
                  <a:cubicBezTo>
                    <a:pt x="3262" y="5811"/>
                    <a:pt x="4060" y="5453"/>
                    <a:pt x="4679" y="4858"/>
                  </a:cubicBezTo>
                  <a:cubicBezTo>
                    <a:pt x="5286" y="4251"/>
                    <a:pt x="5632" y="3453"/>
                    <a:pt x="5667" y="2596"/>
                  </a:cubicBezTo>
                  <a:cubicBezTo>
                    <a:pt x="5727" y="1727"/>
                    <a:pt x="5465" y="905"/>
                    <a:pt x="4929" y="262"/>
                  </a:cubicBezTo>
                  <a:cubicBezTo>
                    <a:pt x="4895" y="215"/>
                    <a:pt x="4846" y="194"/>
                    <a:pt x="4799" y="194"/>
                  </a:cubicBezTo>
                  <a:cubicBezTo>
                    <a:pt x="4763" y="194"/>
                    <a:pt x="4729" y="206"/>
                    <a:pt x="4703" y="227"/>
                  </a:cubicBezTo>
                  <a:cubicBezTo>
                    <a:pt x="4632" y="286"/>
                    <a:pt x="4632" y="393"/>
                    <a:pt x="4679" y="453"/>
                  </a:cubicBezTo>
                  <a:cubicBezTo>
                    <a:pt x="5155" y="1048"/>
                    <a:pt x="5405" y="1786"/>
                    <a:pt x="5358" y="2560"/>
                  </a:cubicBezTo>
                  <a:cubicBezTo>
                    <a:pt x="5310" y="3334"/>
                    <a:pt x="5001" y="4072"/>
                    <a:pt x="4453" y="4608"/>
                  </a:cubicBezTo>
                  <a:cubicBezTo>
                    <a:pt x="4346" y="4703"/>
                    <a:pt x="4239" y="4799"/>
                    <a:pt x="4143" y="4882"/>
                  </a:cubicBezTo>
                  <a:lnTo>
                    <a:pt x="4143" y="4013"/>
                  </a:lnTo>
                  <a:cubicBezTo>
                    <a:pt x="4143" y="3715"/>
                    <a:pt x="3929" y="3441"/>
                    <a:pt x="3643" y="3358"/>
                  </a:cubicBezTo>
                  <a:lnTo>
                    <a:pt x="3072" y="3191"/>
                  </a:lnTo>
                  <a:cubicBezTo>
                    <a:pt x="2989" y="3156"/>
                    <a:pt x="2929" y="3096"/>
                    <a:pt x="2929" y="3013"/>
                  </a:cubicBezTo>
                  <a:lnTo>
                    <a:pt x="2929" y="2882"/>
                  </a:lnTo>
                  <a:cubicBezTo>
                    <a:pt x="2989" y="2834"/>
                    <a:pt x="3036" y="2798"/>
                    <a:pt x="3084" y="2763"/>
                  </a:cubicBezTo>
                  <a:cubicBezTo>
                    <a:pt x="3322" y="2536"/>
                    <a:pt x="3441" y="2227"/>
                    <a:pt x="3441" y="1893"/>
                  </a:cubicBezTo>
                  <a:lnTo>
                    <a:pt x="3441" y="1596"/>
                  </a:lnTo>
                  <a:lnTo>
                    <a:pt x="3500" y="1465"/>
                  </a:lnTo>
                  <a:cubicBezTo>
                    <a:pt x="3572" y="1334"/>
                    <a:pt x="3596" y="1167"/>
                    <a:pt x="3596" y="1000"/>
                  </a:cubicBezTo>
                  <a:lnTo>
                    <a:pt x="3596" y="167"/>
                  </a:lnTo>
                  <a:cubicBezTo>
                    <a:pt x="3596" y="72"/>
                    <a:pt x="3524" y="0"/>
                    <a:pt x="34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43"/>
            <p:cNvSpPr/>
            <p:nvPr/>
          </p:nvSpPr>
          <p:spPr>
            <a:xfrm>
              <a:off x="1461721" y="1634026"/>
              <a:ext cx="43986" cy="15564"/>
            </a:xfrm>
            <a:custGeom>
              <a:avLst/>
              <a:gdLst/>
              <a:ahLst/>
              <a:cxnLst/>
              <a:rect l="l" t="t" r="r" b="b"/>
              <a:pathLst>
                <a:path w="1382" h="489" extrusionOk="0">
                  <a:moveTo>
                    <a:pt x="155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58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5"/>
                  </a:cubicBezTo>
                  <a:cubicBezTo>
                    <a:pt x="1382" y="322"/>
                    <a:pt x="1346" y="239"/>
                    <a:pt x="1263" y="191"/>
                  </a:cubicBezTo>
                  <a:cubicBezTo>
                    <a:pt x="894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2" name="Google Shape;1522;p43"/>
          <p:cNvGrpSpPr/>
          <p:nvPr/>
        </p:nvGrpSpPr>
        <p:grpSpPr>
          <a:xfrm>
            <a:off x="1703909" y="3185107"/>
            <a:ext cx="367990" cy="351312"/>
            <a:chOff x="1299146" y="3806507"/>
            <a:chExt cx="367990" cy="351312"/>
          </a:xfrm>
        </p:grpSpPr>
        <p:sp>
          <p:nvSpPr>
            <p:cNvPr id="1523" name="Google Shape;1523;p43"/>
            <p:cNvSpPr/>
            <p:nvPr/>
          </p:nvSpPr>
          <p:spPr>
            <a:xfrm>
              <a:off x="1299146" y="3844414"/>
              <a:ext cx="321012" cy="313405"/>
            </a:xfrm>
            <a:custGeom>
              <a:avLst/>
              <a:gdLst/>
              <a:ahLst/>
              <a:cxnLst/>
              <a:rect l="l" t="t" r="r" b="b"/>
              <a:pathLst>
                <a:path w="10086" h="9847" extrusionOk="0">
                  <a:moveTo>
                    <a:pt x="8728" y="1"/>
                  </a:moveTo>
                  <a:cubicBezTo>
                    <a:pt x="8383" y="1"/>
                    <a:pt x="8038" y="143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5"/>
                    <a:pt x="6847" y="1596"/>
                  </a:cubicBezTo>
                  <a:cubicBezTo>
                    <a:pt x="6883" y="1632"/>
                    <a:pt x="6927" y="1650"/>
                    <a:pt x="6972" y="1650"/>
                  </a:cubicBezTo>
                  <a:cubicBezTo>
                    <a:pt x="7017" y="1650"/>
                    <a:pt x="7061" y="1632"/>
                    <a:pt x="7097" y="1596"/>
                  </a:cubicBezTo>
                  <a:lnTo>
                    <a:pt x="8038" y="667"/>
                  </a:lnTo>
                  <a:cubicBezTo>
                    <a:pt x="8228" y="465"/>
                    <a:pt x="8478" y="370"/>
                    <a:pt x="8728" y="370"/>
                  </a:cubicBezTo>
                  <a:cubicBezTo>
                    <a:pt x="8990" y="370"/>
                    <a:pt x="9252" y="465"/>
                    <a:pt x="9431" y="667"/>
                  </a:cubicBezTo>
                  <a:cubicBezTo>
                    <a:pt x="9633" y="858"/>
                    <a:pt x="9728" y="1108"/>
                    <a:pt x="9728" y="1358"/>
                  </a:cubicBezTo>
                  <a:cubicBezTo>
                    <a:pt x="9728" y="1620"/>
                    <a:pt x="9633" y="1882"/>
                    <a:pt x="9431" y="2060"/>
                  </a:cubicBezTo>
                  <a:lnTo>
                    <a:pt x="8157" y="3346"/>
                  </a:lnTo>
                  <a:cubicBezTo>
                    <a:pt x="8014" y="3025"/>
                    <a:pt x="7835" y="2751"/>
                    <a:pt x="7585" y="2489"/>
                  </a:cubicBezTo>
                  <a:cubicBezTo>
                    <a:pt x="7085" y="1995"/>
                    <a:pt x="6427" y="1748"/>
                    <a:pt x="5769" y="1748"/>
                  </a:cubicBezTo>
                  <a:cubicBezTo>
                    <a:pt x="5112" y="1748"/>
                    <a:pt x="4454" y="1995"/>
                    <a:pt x="3954" y="2489"/>
                  </a:cubicBezTo>
                  <a:lnTo>
                    <a:pt x="989" y="5454"/>
                  </a:lnTo>
                  <a:cubicBezTo>
                    <a:pt x="1" y="6454"/>
                    <a:pt x="1" y="8085"/>
                    <a:pt x="989" y="9085"/>
                  </a:cubicBezTo>
                  <a:cubicBezTo>
                    <a:pt x="1501" y="9597"/>
                    <a:pt x="2156" y="9847"/>
                    <a:pt x="2811" y="9847"/>
                  </a:cubicBezTo>
                  <a:cubicBezTo>
                    <a:pt x="3466" y="9847"/>
                    <a:pt x="4120" y="9597"/>
                    <a:pt x="4620" y="9085"/>
                  </a:cubicBezTo>
                  <a:lnTo>
                    <a:pt x="6204" y="7513"/>
                  </a:lnTo>
                  <a:cubicBezTo>
                    <a:pt x="6275" y="7430"/>
                    <a:pt x="6275" y="7323"/>
                    <a:pt x="6204" y="7251"/>
                  </a:cubicBezTo>
                  <a:cubicBezTo>
                    <a:pt x="6182" y="7243"/>
                    <a:pt x="6152" y="7237"/>
                    <a:pt x="6120" y="7237"/>
                  </a:cubicBezTo>
                  <a:cubicBezTo>
                    <a:pt x="6064" y="7237"/>
                    <a:pt x="5999" y="7254"/>
                    <a:pt x="5954" y="7299"/>
                  </a:cubicBezTo>
                  <a:lnTo>
                    <a:pt x="4370" y="8883"/>
                  </a:lnTo>
                  <a:cubicBezTo>
                    <a:pt x="3954" y="9299"/>
                    <a:pt x="3394" y="9537"/>
                    <a:pt x="2811" y="9537"/>
                  </a:cubicBezTo>
                  <a:cubicBezTo>
                    <a:pt x="2215" y="9537"/>
                    <a:pt x="1668" y="9311"/>
                    <a:pt x="1251" y="8883"/>
                  </a:cubicBezTo>
                  <a:cubicBezTo>
                    <a:pt x="382" y="8013"/>
                    <a:pt x="382" y="6597"/>
                    <a:pt x="1251" y="5739"/>
                  </a:cubicBezTo>
                  <a:lnTo>
                    <a:pt x="4204" y="2775"/>
                  </a:lnTo>
                  <a:cubicBezTo>
                    <a:pt x="4620" y="2358"/>
                    <a:pt x="5192" y="2120"/>
                    <a:pt x="5775" y="2120"/>
                  </a:cubicBezTo>
                  <a:cubicBezTo>
                    <a:pt x="6371" y="2120"/>
                    <a:pt x="6918" y="2346"/>
                    <a:pt x="7335" y="2775"/>
                  </a:cubicBezTo>
                  <a:cubicBezTo>
                    <a:pt x="7573" y="3013"/>
                    <a:pt x="7764" y="3310"/>
                    <a:pt x="7871" y="3644"/>
                  </a:cubicBezTo>
                  <a:lnTo>
                    <a:pt x="6478" y="5037"/>
                  </a:lnTo>
                  <a:cubicBezTo>
                    <a:pt x="6275" y="5227"/>
                    <a:pt x="6025" y="5335"/>
                    <a:pt x="5775" y="5335"/>
                  </a:cubicBezTo>
                  <a:cubicBezTo>
                    <a:pt x="5501" y="5335"/>
                    <a:pt x="5251" y="5227"/>
                    <a:pt x="5073" y="5037"/>
                  </a:cubicBezTo>
                  <a:cubicBezTo>
                    <a:pt x="4990" y="4942"/>
                    <a:pt x="4906" y="4834"/>
                    <a:pt x="4847" y="4703"/>
                  </a:cubicBezTo>
                  <a:cubicBezTo>
                    <a:pt x="4828" y="4639"/>
                    <a:pt x="4760" y="4596"/>
                    <a:pt x="4692" y="4596"/>
                  </a:cubicBezTo>
                  <a:cubicBezTo>
                    <a:pt x="4672" y="4596"/>
                    <a:pt x="4651" y="4600"/>
                    <a:pt x="4632" y="4608"/>
                  </a:cubicBezTo>
                  <a:cubicBezTo>
                    <a:pt x="4537" y="4632"/>
                    <a:pt x="4489" y="4739"/>
                    <a:pt x="4525" y="4823"/>
                  </a:cubicBezTo>
                  <a:cubicBezTo>
                    <a:pt x="4597" y="4989"/>
                    <a:pt x="4692" y="5144"/>
                    <a:pt x="4823" y="5275"/>
                  </a:cubicBezTo>
                  <a:cubicBezTo>
                    <a:pt x="5073" y="5525"/>
                    <a:pt x="5418" y="5680"/>
                    <a:pt x="5775" y="5680"/>
                  </a:cubicBezTo>
                  <a:cubicBezTo>
                    <a:pt x="6133" y="5680"/>
                    <a:pt x="6478" y="5537"/>
                    <a:pt x="6728" y="5275"/>
                  </a:cubicBezTo>
                  <a:lnTo>
                    <a:pt x="9681" y="2310"/>
                  </a:lnTo>
                  <a:cubicBezTo>
                    <a:pt x="9943" y="2060"/>
                    <a:pt x="10085" y="1715"/>
                    <a:pt x="10085" y="1358"/>
                  </a:cubicBezTo>
                  <a:cubicBezTo>
                    <a:pt x="10085" y="1001"/>
                    <a:pt x="9954" y="655"/>
                    <a:pt x="9681" y="405"/>
                  </a:cubicBezTo>
                  <a:cubicBezTo>
                    <a:pt x="9431" y="155"/>
                    <a:pt x="9085" y="1"/>
                    <a:pt x="87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43"/>
            <p:cNvSpPr/>
            <p:nvPr/>
          </p:nvSpPr>
          <p:spPr>
            <a:xfrm>
              <a:off x="1345391" y="3806507"/>
              <a:ext cx="321744" cy="313819"/>
            </a:xfrm>
            <a:custGeom>
              <a:avLst/>
              <a:gdLst/>
              <a:ahLst/>
              <a:cxnLst/>
              <a:rect l="l" t="t" r="r" b="b"/>
              <a:pathLst>
                <a:path w="10109" h="9860" extrusionOk="0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35"/>
                  </a:lnTo>
                  <a:cubicBezTo>
                    <a:pt x="3810" y="2406"/>
                    <a:pt x="3810" y="2513"/>
                    <a:pt x="3894" y="2585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5"/>
                  </a:cubicBezTo>
                  <a:lnTo>
                    <a:pt x="5715" y="1001"/>
                  </a:lnTo>
                  <a:cubicBezTo>
                    <a:pt x="6150" y="572"/>
                    <a:pt x="6721" y="358"/>
                    <a:pt x="7291" y="358"/>
                  </a:cubicBezTo>
                  <a:cubicBezTo>
                    <a:pt x="7861" y="358"/>
                    <a:pt x="8430" y="572"/>
                    <a:pt x="8859" y="1001"/>
                  </a:cubicBezTo>
                  <a:cubicBezTo>
                    <a:pt x="9728" y="1870"/>
                    <a:pt x="9728" y="3287"/>
                    <a:pt x="8859" y="4144"/>
                  </a:cubicBezTo>
                  <a:lnTo>
                    <a:pt x="5882" y="7097"/>
                  </a:lnTo>
                  <a:cubicBezTo>
                    <a:pt x="5465" y="7514"/>
                    <a:pt x="4894" y="7752"/>
                    <a:pt x="4322" y="7752"/>
                  </a:cubicBezTo>
                  <a:cubicBezTo>
                    <a:pt x="3727" y="7752"/>
                    <a:pt x="3179" y="7526"/>
                    <a:pt x="2763" y="7097"/>
                  </a:cubicBezTo>
                  <a:cubicBezTo>
                    <a:pt x="2513" y="6859"/>
                    <a:pt x="2322" y="6561"/>
                    <a:pt x="2215" y="6228"/>
                  </a:cubicBezTo>
                  <a:lnTo>
                    <a:pt x="3620" y="4835"/>
                  </a:lnTo>
                  <a:cubicBezTo>
                    <a:pt x="3810" y="4632"/>
                    <a:pt x="4060" y="4537"/>
                    <a:pt x="4322" y="4537"/>
                  </a:cubicBezTo>
                  <a:cubicBezTo>
                    <a:pt x="4584" y="4537"/>
                    <a:pt x="4834" y="4632"/>
                    <a:pt x="5013" y="4835"/>
                  </a:cubicBezTo>
                  <a:cubicBezTo>
                    <a:pt x="5108" y="4918"/>
                    <a:pt x="5180" y="5037"/>
                    <a:pt x="5239" y="5156"/>
                  </a:cubicBezTo>
                  <a:cubicBezTo>
                    <a:pt x="5268" y="5232"/>
                    <a:pt x="5334" y="5271"/>
                    <a:pt x="5409" y="5271"/>
                  </a:cubicBezTo>
                  <a:cubicBezTo>
                    <a:pt x="5427" y="5271"/>
                    <a:pt x="5446" y="5268"/>
                    <a:pt x="5465" y="5263"/>
                  </a:cubicBezTo>
                  <a:cubicBezTo>
                    <a:pt x="5549" y="5228"/>
                    <a:pt x="5596" y="5132"/>
                    <a:pt x="5572" y="5037"/>
                  </a:cubicBezTo>
                  <a:cubicBezTo>
                    <a:pt x="5489" y="4871"/>
                    <a:pt x="5406" y="4728"/>
                    <a:pt x="5275" y="4597"/>
                  </a:cubicBezTo>
                  <a:cubicBezTo>
                    <a:pt x="5013" y="4335"/>
                    <a:pt x="4680" y="4192"/>
                    <a:pt x="4322" y="4192"/>
                  </a:cubicBezTo>
                  <a:cubicBezTo>
                    <a:pt x="3965" y="4192"/>
                    <a:pt x="3620" y="4323"/>
                    <a:pt x="3370" y="4597"/>
                  </a:cubicBezTo>
                  <a:lnTo>
                    <a:pt x="1917" y="6037"/>
                  </a:lnTo>
                  <a:cubicBezTo>
                    <a:pt x="1893" y="6049"/>
                    <a:pt x="1882" y="6061"/>
                    <a:pt x="1870" y="6097"/>
                  </a:cubicBezTo>
                  <a:lnTo>
                    <a:pt x="405" y="7549"/>
                  </a:lnTo>
                  <a:cubicBezTo>
                    <a:pt x="155" y="7811"/>
                    <a:pt x="0" y="8145"/>
                    <a:pt x="0" y="8502"/>
                  </a:cubicBezTo>
                  <a:cubicBezTo>
                    <a:pt x="0" y="8859"/>
                    <a:pt x="131" y="9204"/>
                    <a:pt x="405" y="9454"/>
                  </a:cubicBezTo>
                  <a:cubicBezTo>
                    <a:pt x="655" y="9716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26"/>
                  </a:lnTo>
                  <a:cubicBezTo>
                    <a:pt x="3322" y="8442"/>
                    <a:pt x="3322" y="8347"/>
                    <a:pt x="3251" y="8264"/>
                  </a:cubicBezTo>
                  <a:cubicBezTo>
                    <a:pt x="3209" y="8228"/>
                    <a:pt x="3164" y="8210"/>
                    <a:pt x="3120" y="8210"/>
                  </a:cubicBezTo>
                  <a:cubicBezTo>
                    <a:pt x="3075" y="8210"/>
                    <a:pt x="3030" y="8228"/>
                    <a:pt x="2989" y="8264"/>
                  </a:cubicBezTo>
                  <a:lnTo>
                    <a:pt x="2060" y="9204"/>
                  </a:lnTo>
                  <a:cubicBezTo>
                    <a:pt x="1858" y="9395"/>
                    <a:pt x="1608" y="9502"/>
                    <a:pt x="1358" y="9502"/>
                  </a:cubicBezTo>
                  <a:cubicBezTo>
                    <a:pt x="1108" y="9502"/>
                    <a:pt x="834" y="9395"/>
                    <a:pt x="655" y="9204"/>
                  </a:cubicBezTo>
                  <a:cubicBezTo>
                    <a:pt x="465" y="9014"/>
                    <a:pt x="358" y="8764"/>
                    <a:pt x="358" y="8502"/>
                  </a:cubicBezTo>
                  <a:cubicBezTo>
                    <a:pt x="358" y="8252"/>
                    <a:pt x="465" y="7990"/>
                    <a:pt x="655" y="7811"/>
                  </a:cubicBezTo>
                  <a:lnTo>
                    <a:pt x="1941" y="6526"/>
                  </a:lnTo>
                  <a:cubicBezTo>
                    <a:pt x="2072" y="6835"/>
                    <a:pt x="2251" y="7121"/>
                    <a:pt x="2501" y="7371"/>
                  </a:cubicBezTo>
                  <a:cubicBezTo>
                    <a:pt x="3001" y="7859"/>
                    <a:pt x="3632" y="8133"/>
                    <a:pt x="4322" y="8133"/>
                  </a:cubicBezTo>
                  <a:cubicBezTo>
                    <a:pt x="5001" y="8133"/>
                    <a:pt x="5656" y="7871"/>
                    <a:pt x="6132" y="7371"/>
                  </a:cubicBezTo>
                  <a:lnTo>
                    <a:pt x="9097" y="4418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25" name="Google Shape;1525;p43"/>
          <p:cNvSpPr txBox="1">
            <a:spLocks noGrp="1"/>
          </p:cNvSpPr>
          <p:nvPr>
            <p:ph type="subTitle" idx="3"/>
          </p:nvPr>
        </p:nvSpPr>
        <p:spPr>
          <a:xfrm>
            <a:off x="5013863" y="2351975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Il est l'étoile au centre du système solaire</a:t>
            </a:r>
            <a:endParaRPr/>
          </a:p>
        </p:txBody>
      </p:sp>
      <p:sp>
        <p:nvSpPr>
          <p:cNvPr id="1526" name="Google Shape;1526;p43"/>
          <p:cNvSpPr txBox="1">
            <a:spLocks noGrp="1"/>
          </p:cNvSpPr>
          <p:nvPr>
            <p:ph type="subTitle" idx="4"/>
          </p:nvPr>
        </p:nvSpPr>
        <p:spPr>
          <a:xfrm>
            <a:off x="5013863" y="2014000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Hypothèses</a:t>
            </a:r>
            <a:endParaRPr/>
          </a:p>
        </p:txBody>
      </p:sp>
      <p:sp>
        <p:nvSpPr>
          <p:cNvPr id="1527" name="Google Shape;1527;p43"/>
          <p:cNvSpPr txBox="1">
            <a:spLocks noGrp="1"/>
          </p:cNvSpPr>
          <p:nvPr>
            <p:ph type="subTitle" idx="7"/>
          </p:nvPr>
        </p:nvSpPr>
        <p:spPr>
          <a:xfrm>
            <a:off x="5013863" y="3960098"/>
            <a:ext cx="2541000" cy="5217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 est en fait un endroit froid</a:t>
            </a:r>
            <a:endParaRPr/>
          </a:p>
        </p:txBody>
      </p:sp>
      <p:sp>
        <p:nvSpPr>
          <p:cNvPr id="1528" name="Google Shape;1528;p43"/>
          <p:cNvSpPr txBox="1">
            <a:spLocks noGrp="1"/>
          </p:cNvSpPr>
          <p:nvPr>
            <p:ph type="subTitle" idx="8"/>
          </p:nvPr>
        </p:nvSpPr>
        <p:spPr>
          <a:xfrm>
            <a:off x="5013863" y="3622123"/>
            <a:ext cx="2541000" cy="338400"/>
          </a:xfrm>
          <a:prstGeom prst="rect">
            <a:avLst/>
          </a:prstGeom>
        </p:spPr>
        <p:txBody>
          <a:bodyPr spcFirstLastPara="1" wrap="square" lIns="91425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Dépendances</a:t>
            </a:r>
            <a:endParaRPr/>
          </a:p>
        </p:txBody>
      </p:sp>
      <p:grpSp>
        <p:nvGrpSpPr>
          <p:cNvPr id="1529" name="Google Shape;1529;p43"/>
          <p:cNvGrpSpPr/>
          <p:nvPr/>
        </p:nvGrpSpPr>
        <p:grpSpPr>
          <a:xfrm>
            <a:off x="7219944" y="-221507"/>
            <a:ext cx="1019565" cy="1290805"/>
            <a:chOff x="-4017975" y="-49702"/>
            <a:chExt cx="1162825" cy="1472177"/>
          </a:xfrm>
        </p:grpSpPr>
        <p:sp>
          <p:nvSpPr>
            <p:cNvPr id="1530" name="Google Shape;1530;p43"/>
            <p:cNvSpPr/>
            <p:nvPr/>
          </p:nvSpPr>
          <p:spPr>
            <a:xfrm>
              <a:off x="-3993425" y="647375"/>
              <a:ext cx="751825" cy="750275"/>
            </a:xfrm>
            <a:custGeom>
              <a:avLst/>
              <a:gdLst/>
              <a:ahLst/>
              <a:cxnLst/>
              <a:rect l="l" t="t" r="r" b="b"/>
              <a:pathLst>
                <a:path w="30073" h="30011" extrusionOk="0">
                  <a:moveTo>
                    <a:pt x="29876" y="1"/>
                  </a:moveTo>
                  <a:cubicBezTo>
                    <a:pt x="29846" y="1"/>
                    <a:pt x="29814" y="11"/>
                    <a:pt x="29785" y="36"/>
                  </a:cubicBezTo>
                  <a:lnTo>
                    <a:pt x="56" y="29776"/>
                  </a:lnTo>
                  <a:cubicBezTo>
                    <a:pt x="0" y="29821"/>
                    <a:pt x="0" y="29910"/>
                    <a:pt x="56" y="29966"/>
                  </a:cubicBezTo>
                  <a:cubicBezTo>
                    <a:pt x="78" y="29999"/>
                    <a:pt x="112" y="30010"/>
                    <a:pt x="156" y="30010"/>
                  </a:cubicBezTo>
                  <a:cubicBezTo>
                    <a:pt x="190" y="30010"/>
                    <a:pt x="223" y="29999"/>
                    <a:pt x="257" y="29966"/>
                  </a:cubicBezTo>
                  <a:lnTo>
                    <a:pt x="29986" y="237"/>
                  </a:lnTo>
                  <a:cubicBezTo>
                    <a:pt x="30073" y="132"/>
                    <a:pt x="29983" y="1"/>
                    <a:pt x="2987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43"/>
            <p:cNvSpPr/>
            <p:nvPr/>
          </p:nvSpPr>
          <p:spPr>
            <a:xfrm>
              <a:off x="-3547325" y="792500"/>
              <a:ext cx="155125" cy="154850"/>
            </a:xfrm>
            <a:custGeom>
              <a:avLst/>
              <a:gdLst/>
              <a:ahLst/>
              <a:cxnLst/>
              <a:rect l="l" t="t" r="r" b="b"/>
              <a:pathLst>
                <a:path w="6205" h="6194" extrusionOk="0">
                  <a:moveTo>
                    <a:pt x="6160" y="0"/>
                  </a:moveTo>
                  <a:lnTo>
                    <a:pt x="0" y="6149"/>
                  </a:lnTo>
                  <a:lnTo>
                    <a:pt x="1395" y="6194"/>
                  </a:lnTo>
                  <a:lnTo>
                    <a:pt x="6205" y="1384"/>
                  </a:lnTo>
                  <a:lnTo>
                    <a:pt x="61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43"/>
            <p:cNvSpPr/>
            <p:nvPr/>
          </p:nvSpPr>
          <p:spPr>
            <a:xfrm>
              <a:off x="-3265275" y="616650"/>
              <a:ext cx="61400" cy="57100"/>
            </a:xfrm>
            <a:custGeom>
              <a:avLst/>
              <a:gdLst/>
              <a:ahLst/>
              <a:cxnLst/>
              <a:rect l="l" t="t" r="r" b="b"/>
              <a:pathLst>
                <a:path w="2456" h="2284" extrusionOk="0">
                  <a:moveTo>
                    <a:pt x="1226" y="0"/>
                  </a:moveTo>
                  <a:cubicBezTo>
                    <a:pt x="681" y="0"/>
                    <a:pt x="191" y="400"/>
                    <a:pt x="101" y="964"/>
                  </a:cubicBezTo>
                  <a:cubicBezTo>
                    <a:pt x="0" y="1577"/>
                    <a:pt x="424" y="2169"/>
                    <a:pt x="1049" y="2269"/>
                  </a:cubicBezTo>
                  <a:cubicBezTo>
                    <a:pt x="1110" y="2279"/>
                    <a:pt x="1170" y="2284"/>
                    <a:pt x="1230" y="2284"/>
                  </a:cubicBezTo>
                  <a:cubicBezTo>
                    <a:pt x="1775" y="2284"/>
                    <a:pt x="2264" y="1884"/>
                    <a:pt x="2355" y="1321"/>
                  </a:cubicBezTo>
                  <a:cubicBezTo>
                    <a:pt x="2455" y="696"/>
                    <a:pt x="2031" y="115"/>
                    <a:pt x="1406" y="15"/>
                  </a:cubicBezTo>
                  <a:cubicBezTo>
                    <a:pt x="1346" y="5"/>
                    <a:pt x="1285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43"/>
            <p:cNvSpPr/>
            <p:nvPr/>
          </p:nvSpPr>
          <p:spPr>
            <a:xfrm>
              <a:off x="-4017975" y="1365825"/>
              <a:ext cx="56925" cy="56650"/>
            </a:xfrm>
            <a:custGeom>
              <a:avLst/>
              <a:gdLst/>
              <a:ahLst/>
              <a:cxnLst/>
              <a:rect l="l" t="t" r="r" b="b"/>
              <a:pathLst>
                <a:path w="2277" h="2266" extrusionOk="0">
                  <a:moveTo>
                    <a:pt x="1138" y="0"/>
                  </a:moveTo>
                  <a:cubicBezTo>
                    <a:pt x="502" y="0"/>
                    <a:pt x="0" y="502"/>
                    <a:pt x="0" y="1127"/>
                  </a:cubicBezTo>
                  <a:cubicBezTo>
                    <a:pt x="0" y="1763"/>
                    <a:pt x="502" y="2265"/>
                    <a:pt x="1138" y="2265"/>
                  </a:cubicBezTo>
                  <a:cubicBezTo>
                    <a:pt x="1763" y="2265"/>
                    <a:pt x="2277" y="1763"/>
                    <a:pt x="2277" y="1127"/>
                  </a:cubicBezTo>
                  <a:cubicBezTo>
                    <a:pt x="2277" y="502"/>
                    <a:pt x="1763" y="0"/>
                    <a:pt x="11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43"/>
            <p:cNvSpPr/>
            <p:nvPr/>
          </p:nvSpPr>
          <p:spPr>
            <a:xfrm>
              <a:off x="-3633259" y="-49702"/>
              <a:ext cx="547675" cy="547325"/>
            </a:xfrm>
            <a:custGeom>
              <a:avLst/>
              <a:gdLst/>
              <a:ahLst/>
              <a:cxnLst/>
              <a:rect l="l" t="t" r="r" b="b"/>
              <a:pathLst>
                <a:path w="21907" h="21893" extrusionOk="0">
                  <a:moveTo>
                    <a:pt x="21752" y="0"/>
                  </a:moveTo>
                  <a:cubicBezTo>
                    <a:pt x="21717" y="0"/>
                    <a:pt x="21684" y="14"/>
                    <a:pt x="21661" y="42"/>
                  </a:cubicBezTo>
                  <a:lnTo>
                    <a:pt x="57" y="21647"/>
                  </a:lnTo>
                  <a:cubicBezTo>
                    <a:pt x="1" y="21703"/>
                    <a:pt x="1" y="21792"/>
                    <a:pt x="57" y="21848"/>
                  </a:cubicBezTo>
                  <a:cubicBezTo>
                    <a:pt x="79" y="21870"/>
                    <a:pt x="113" y="21892"/>
                    <a:pt x="157" y="21892"/>
                  </a:cubicBezTo>
                  <a:cubicBezTo>
                    <a:pt x="191" y="21881"/>
                    <a:pt x="224" y="21870"/>
                    <a:pt x="258" y="21837"/>
                  </a:cubicBezTo>
                  <a:lnTo>
                    <a:pt x="21851" y="243"/>
                  </a:lnTo>
                  <a:cubicBezTo>
                    <a:pt x="21907" y="187"/>
                    <a:pt x="21907" y="98"/>
                    <a:pt x="21851" y="42"/>
                  </a:cubicBezTo>
                  <a:cubicBezTo>
                    <a:pt x="21823" y="14"/>
                    <a:pt x="21787" y="0"/>
                    <a:pt x="2175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43"/>
            <p:cNvSpPr/>
            <p:nvPr/>
          </p:nvSpPr>
          <p:spPr>
            <a:xfrm>
              <a:off x="-3103750" y="258425"/>
              <a:ext cx="248600" cy="239200"/>
            </a:xfrm>
            <a:custGeom>
              <a:avLst/>
              <a:gdLst/>
              <a:ahLst/>
              <a:cxnLst/>
              <a:rect l="l" t="t" r="r" b="b"/>
              <a:pathLst>
                <a:path w="9944" h="9568" extrusionOk="0">
                  <a:moveTo>
                    <a:pt x="5168" y="283"/>
                  </a:moveTo>
                  <a:cubicBezTo>
                    <a:pt x="7645" y="283"/>
                    <a:pt x="9665" y="2292"/>
                    <a:pt x="9665" y="4780"/>
                  </a:cubicBezTo>
                  <a:cubicBezTo>
                    <a:pt x="9665" y="6599"/>
                    <a:pt x="8571" y="8240"/>
                    <a:pt x="6886" y="8943"/>
                  </a:cubicBezTo>
                  <a:cubicBezTo>
                    <a:pt x="6328" y="9172"/>
                    <a:pt x="5744" y="9283"/>
                    <a:pt x="5165" y="9283"/>
                  </a:cubicBezTo>
                  <a:cubicBezTo>
                    <a:pt x="3993" y="9283"/>
                    <a:pt x="2842" y="8827"/>
                    <a:pt x="1976" y="7961"/>
                  </a:cubicBezTo>
                  <a:cubicBezTo>
                    <a:pt x="693" y="6677"/>
                    <a:pt x="302" y="4736"/>
                    <a:pt x="1005" y="3062"/>
                  </a:cubicBezTo>
                  <a:cubicBezTo>
                    <a:pt x="1697" y="1377"/>
                    <a:pt x="3337" y="283"/>
                    <a:pt x="5168" y="283"/>
                  </a:cubicBezTo>
                  <a:close/>
                  <a:moveTo>
                    <a:pt x="5166" y="0"/>
                  </a:moveTo>
                  <a:cubicBezTo>
                    <a:pt x="3922" y="0"/>
                    <a:pt x="2699" y="487"/>
                    <a:pt x="1786" y="1399"/>
                  </a:cubicBezTo>
                  <a:cubicBezTo>
                    <a:pt x="414" y="2772"/>
                    <a:pt x="1" y="4825"/>
                    <a:pt x="748" y="6611"/>
                  </a:cubicBezTo>
                  <a:cubicBezTo>
                    <a:pt x="1485" y="8396"/>
                    <a:pt x="3226" y="9568"/>
                    <a:pt x="5168" y="9568"/>
                  </a:cubicBezTo>
                  <a:cubicBezTo>
                    <a:pt x="7801" y="9557"/>
                    <a:pt x="9944" y="7425"/>
                    <a:pt x="9944" y="4780"/>
                  </a:cubicBezTo>
                  <a:cubicBezTo>
                    <a:pt x="9944" y="2850"/>
                    <a:pt x="8783" y="1109"/>
                    <a:pt x="6987" y="361"/>
                  </a:cubicBezTo>
                  <a:cubicBezTo>
                    <a:pt x="6397" y="118"/>
                    <a:pt x="5779" y="0"/>
                    <a:pt x="5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43"/>
            <p:cNvSpPr/>
            <p:nvPr/>
          </p:nvSpPr>
          <p:spPr>
            <a:xfrm>
              <a:off x="-3027850" y="324625"/>
              <a:ext cx="106300" cy="106600"/>
            </a:xfrm>
            <a:custGeom>
              <a:avLst/>
              <a:gdLst/>
              <a:ahLst/>
              <a:cxnLst/>
              <a:rect l="l" t="t" r="r" b="b"/>
              <a:pathLst>
                <a:path w="4252" h="4264" extrusionOk="0">
                  <a:moveTo>
                    <a:pt x="2120" y="1"/>
                  </a:moveTo>
                  <a:cubicBezTo>
                    <a:pt x="949" y="1"/>
                    <a:pt x="0" y="961"/>
                    <a:pt x="0" y="2132"/>
                  </a:cubicBezTo>
                  <a:cubicBezTo>
                    <a:pt x="0" y="3304"/>
                    <a:pt x="949" y="4264"/>
                    <a:pt x="2120" y="4264"/>
                  </a:cubicBezTo>
                  <a:cubicBezTo>
                    <a:pt x="3303" y="4264"/>
                    <a:pt x="4252" y="3304"/>
                    <a:pt x="4252" y="2132"/>
                  </a:cubicBezTo>
                  <a:cubicBezTo>
                    <a:pt x="4252" y="961"/>
                    <a:pt x="3303" y="1"/>
                    <a:pt x="21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IT Department Meeting by Slidesgo">
  <a:themeElements>
    <a:clrScheme name="Simple Light">
      <a:dk1>
        <a:srgbClr val="F6F6FF"/>
      </a:dk1>
      <a:lt1>
        <a:srgbClr val="4E5EA3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4E5EA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50000"/>
            </a:schemeClr>
          </a:solidFill>
        </a:ln>
      </a:spPr>
      <a:bodyPr rtlCol="0" anchor="ctr"/>
      <a:lstStyle>
        <a:defPPr algn="ctr">
          <a:defRPr sz="1800" dirty="0" smtClean="0">
            <a:latin typeface="Montserrat" panose="00000500000000000000" pitchFamily="2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4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5AEE722-7295-4ECA-A3CE-10847B83C1BF}">
  <we:reference id="4b785c87-866c-4bad-85d8-5d1ae467ac9a" version="3.27.2.0" store="EXCatalog" storeType="EXCatalog"/>
  <we:alternateReferences>
    <we:reference id="WA104381909" version="3.27.2.0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655</TotalTime>
  <Words>2613</Words>
  <Application>Microsoft Office PowerPoint</Application>
  <PresentationFormat>On-screen Show (16:9)</PresentationFormat>
  <Paragraphs>450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6" baseType="lpstr">
      <vt:lpstr>Montserrat</vt:lpstr>
      <vt:lpstr>Montserrat Bold</vt:lpstr>
      <vt:lpstr>Arial</vt:lpstr>
      <vt:lpstr>Montserrat Medium</vt:lpstr>
      <vt:lpstr>Cambria Math</vt:lpstr>
      <vt:lpstr>Bahnschrift</vt:lpstr>
      <vt:lpstr>Jost</vt:lpstr>
      <vt:lpstr>IT Department Meeting by Slidesgo</vt:lpstr>
      <vt:lpstr>DIGITAL SIGNAL PROCESSING SPEECH AND SILENCE SEGMENTATION</vt:lpstr>
      <vt:lpstr>TABLE OF CONTENTS</vt:lpstr>
      <vt:lpstr>01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RESULTS</vt:lpstr>
      <vt:lpstr>HISTOGRAM: RESULTS</vt:lpstr>
      <vt:lpstr>02</vt:lpstr>
      <vt:lpstr>BINARY SEARCH: IDEA</vt:lpstr>
      <vt:lpstr>BINARY SEARCH: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IDEA</vt:lpstr>
      <vt:lpstr>HISTOGRAM: RESULTS</vt:lpstr>
      <vt:lpstr>HISTOGRAM: RESULTS</vt:lpstr>
      <vt:lpstr>03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SIMPLE STATISTICS: IDEA</vt:lpstr>
      <vt:lpstr>PowerPoint Presentation</vt:lpstr>
      <vt:lpstr>PowerPoint Presentation</vt:lpstr>
      <vt:lpstr>PHÂN TÍCH LỰA CHỌN</vt:lpstr>
      <vt:lpstr>RÉSUMÉ DU RAID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Phan Thanh Duy</cp:lastModifiedBy>
  <cp:revision>1</cp:revision>
  <dcterms:modified xsi:type="dcterms:W3CDTF">2026-10-07T02:34:56Z</dcterms:modified>
</cp:coreProperties>
</file>